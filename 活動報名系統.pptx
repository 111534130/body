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芫荽" charset="1" panose="00000000000000000000"/>
      <p:regular r:id="rId16"/>
    </p:embeddedFont>
    <p:embeddedFont>
      <p:font typeface="Arial Unicode" charset="1" panose="020B0604020202020204"/>
      <p:regular r:id="rId17"/>
    </p:embeddedFont>
    <p:embeddedFont>
      <p:font typeface="Open Sauce" charset="1" panose="00000500000000000000"/>
      <p:regular r:id="rId18"/>
    </p:embeddedFont>
    <p:embeddedFont>
      <p:font typeface="Noto Sans T Chinese" charset="1" panose="020B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17788">
            <a:off x="-1175300" y="7983171"/>
            <a:ext cx="8427058" cy="4677017"/>
          </a:xfrm>
          <a:custGeom>
            <a:avLst/>
            <a:gdLst/>
            <a:ahLst/>
            <a:cxnLst/>
            <a:rect r="r" b="b" t="t" l="l"/>
            <a:pathLst>
              <a:path h="4677017" w="8427058">
                <a:moveTo>
                  <a:pt x="0" y="0"/>
                </a:moveTo>
                <a:lnTo>
                  <a:pt x="8427058" y="0"/>
                </a:lnTo>
                <a:lnTo>
                  <a:pt x="8427058" y="4677017"/>
                </a:lnTo>
                <a:lnTo>
                  <a:pt x="0" y="467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016304" y="-8827798"/>
            <a:ext cx="19873918" cy="11030024"/>
          </a:xfrm>
          <a:custGeom>
            <a:avLst/>
            <a:gdLst/>
            <a:ahLst/>
            <a:cxnLst/>
            <a:rect r="r" b="b" t="t" l="l"/>
            <a:pathLst>
              <a:path h="11030024" w="19873918">
                <a:moveTo>
                  <a:pt x="0" y="0"/>
                </a:moveTo>
                <a:lnTo>
                  <a:pt x="19873918" y="0"/>
                </a:lnTo>
                <a:lnTo>
                  <a:pt x="19873918" y="11030024"/>
                </a:lnTo>
                <a:lnTo>
                  <a:pt x="0" y="11030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80135">
            <a:off x="14074471" y="7238385"/>
            <a:ext cx="8427058" cy="4677017"/>
          </a:xfrm>
          <a:custGeom>
            <a:avLst/>
            <a:gdLst/>
            <a:ahLst/>
            <a:cxnLst/>
            <a:rect r="r" b="b" t="t" l="l"/>
            <a:pathLst>
              <a:path h="4677017" w="8427058">
                <a:moveTo>
                  <a:pt x="0" y="0"/>
                </a:moveTo>
                <a:lnTo>
                  <a:pt x="8427058" y="0"/>
                </a:lnTo>
                <a:lnTo>
                  <a:pt x="8427058" y="4677018"/>
                </a:lnTo>
                <a:lnTo>
                  <a:pt x="0" y="4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0655" y="6172200"/>
            <a:ext cx="6858000" cy="4114800"/>
          </a:xfrm>
          <a:custGeom>
            <a:avLst/>
            <a:gdLst/>
            <a:ahLst/>
            <a:cxnLst/>
            <a:rect r="r" b="b" t="t" l="l"/>
            <a:pathLst>
              <a:path h="4114800" w="6858000">
                <a:moveTo>
                  <a:pt x="0" y="0"/>
                </a:moveTo>
                <a:lnTo>
                  <a:pt x="6858000" y="0"/>
                </a:lnTo>
                <a:lnTo>
                  <a:pt x="6858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016304" y="9538794"/>
            <a:ext cx="740235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0"/>
              </a:lnSpc>
            </a:pPr>
            <a:r>
              <a:rPr lang="en-US" sz="3300">
                <a:solidFill>
                  <a:srgbClr val="FFFFFF"/>
                </a:solidFill>
                <a:latin typeface="芫荽"/>
                <a:ea typeface="芫荽"/>
                <a:cs typeface="芫荽"/>
                <a:sym typeface="芫荽"/>
              </a:rPr>
              <a:t>111534130呂泑禎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6094" y="4081185"/>
            <a:ext cx="8339693" cy="13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sz="9599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活動報名系統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456070" y="748440"/>
            <a:ext cx="7401975" cy="5165592"/>
          </a:xfrm>
          <a:custGeom>
            <a:avLst/>
            <a:gdLst/>
            <a:ahLst/>
            <a:cxnLst/>
            <a:rect r="r" b="b" t="t" l="l"/>
            <a:pathLst>
              <a:path h="5165592" w="7401975">
                <a:moveTo>
                  <a:pt x="0" y="0"/>
                </a:moveTo>
                <a:lnTo>
                  <a:pt x="7401975" y="0"/>
                </a:lnTo>
                <a:lnTo>
                  <a:pt x="7401975" y="5165591"/>
                </a:lnTo>
                <a:lnTo>
                  <a:pt x="0" y="51655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5" t="0" r="0" b="-16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11736" y="7912333"/>
            <a:ext cx="19873918" cy="11030024"/>
          </a:xfrm>
          <a:custGeom>
            <a:avLst/>
            <a:gdLst/>
            <a:ahLst/>
            <a:cxnLst/>
            <a:rect r="r" b="b" t="t" l="l"/>
            <a:pathLst>
              <a:path h="11030024" w="19873918">
                <a:moveTo>
                  <a:pt x="0" y="0"/>
                </a:moveTo>
                <a:lnTo>
                  <a:pt x="19873918" y="0"/>
                </a:lnTo>
                <a:lnTo>
                  <a:pt x="19873918" y="11030024"/>
                </a:lnTo>
                <a:lnTo>
                  <a:pt x="0" y="11030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009175" y="295602"/>
            <a:ext cx="1257381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往下看</a:t>
            </a:r>
            <a:r>
              <a:rPr lang="en-US" sz="6000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...</a:t>
            </a:r>
          </a:p>
        </p:txBody>
      </p:sp>
      <p:grpSp>
        <p:nvGrpSpPr>
          <p:cNvPr name="Group 4" id="4"/>
          <p:cNvGrpSpPr/>
          <p:nvPr/>
        </p:nvGrpSpPr>
        <p:grpSpPr>
          <a:xfrm rot="1302910">
            <a:off x="1834724" y="3937770"/>
            <a:ext cx="1250861" cy="1206384"/>
            <a:chOff x="0" y="0"/>
            <a:chExt cx="1667815" cy="1608511"/>
          </a:xfrm>
        </p:grpSpPr>
        <p:grpSp>
          <p:nvGrpSpPr>
            <p:cNvPr name="Group 5" id="5"/>
            <p:cNvGrpSpPr/>
            <p:nvPr/>
          </p:nvGrpSpPr>
          <p:grpSpPr>
            <a:xfrm rot="-248174">
              <a:off x="50491" y="97298"/>
              <a:ext cx="1566833" cy="1456604"/>
              <a:chOff x="0" y="0"/>
              <a:chExt cx="745817" cy="69334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45817" cy="693348"/>
              </a:xfrm>
              <a:custGeom>
                <a:avLst/>
                <a:gdLst/>
                <a:ahLst/>
                <a:cxnLst/>
                <a:rect r="r" b="b" t="t" l="l"/>
                <a:pathLst>
                  <a:path h="693348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693348"/>
                    </a:lnTo>
                    <a:lnTo>
                      <a:pt x="0" y="693348"/>
                    </a:lnTo>
                    <a:close/>
                  </a:path>
                </a:pathLst>
              </a:custGeom>
              <a:solidFill>
                <a:srgbClr val="9F9A92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9050"/>
                <a:ext cx="745817" cy="71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-259778">
              <a:off x="443254" y="26388"/>
              <a:ext cx="706049" cy="184668"/>
              <a:chOff x="0" y="0"/>
              <a:chExt cx="376563" cy="9849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76563" cy="98491"/>
              </a:xfrm>
              <a:custGeom>
                <a:avLst/>
                <a:gdLst/>
                <a:ahLst/>
                <a:cxnLst/>
                <a:rect r="r" b="b" t="t" l="l"/>
                <a:pathLst>
                  <a:path h="98491" w="376563">
                    <a:moveTo>
                      <a:pt x="0" y="0"/>
                    </a:moveTo>
                    <a:lnTo>
                      <a:pt x="376563" y="0"/>
                    </a:lnTo>
                    <a:lnTo>
                      <a:pt x="376563" y="98491"/>
                    </a:lnTo>
                    <a:lnTo>
                      <a:pt x="0" y="98491"/>
                    </a:lnTo>
                    <a:close/>
                  </a:path>
                </a:pathLst>
              </a:custGeom>
              <a:solidFill>
                <a:srgbClr val="EADFC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376563" cy="1175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12139">
              <a:off x="364147" y="253093"/>
              <a:ext cx="926228" cy="1001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1"/>
                </a:lnSpc>
                <a:spcBef>
                  <a:spcPct val="0"/>
                </a:spcBef>
              </a:pP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-862593">
            <a:off x="1794542" y="2571496"/>
            <a:ext cx="1250861" cy="1206384"/>
            <a:chOff x="0" y="0"/>
            <a:chExt cx="1667815" cy="1608511"/>
          </a:xfrm>
        </p:grpSpPr>
        <p:grpSp>
          <p:nvGrpSpPr>
            <p:cNvPr name="Group 13" id="13"/>
            <p:cNvGrpSpPr/>
            <p:nvPr/>
          </p:nvGrpSpPr>
          <p:grpSpPr>
            <a:xfrm rot="-248174">
              <a:off x="50491" y="97298"/>
              <a:ext cx="1566833" cy="1456604"/>
              <a:chOff x="0" y="0"/>
              <a:chExt cx="745817" cy="69334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45817" cy="693348"/>
              </a:xfrm>
              <a:custGeom>
                <a:avLst/>
                <a:gdLst/>
                <a:ahLst/>
                <a:cxnLst/>
                <a:rect r="r" b="b" t="t" l="l"/>
                <a:pathLst>
                  <a:path h="693348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693348"/>
                    </a:lnTo>
                    <a:lnTo>
                      <a:pt x="0" y="693348"/>
                    </a:lnTo>
                    <a:close/>
                  </a:path>
                </a:pathLst>
              </a:custGeom>
              <a:solidFill>
                <a:srgbClr val="D4663C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745817" cy="71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259778">
              <a:off x="443254" y="26388"/>
              <a:ext cx="706049" cy="184668"/>
              <a:chOff x="0" y="0"/>
              <a:chExt cx="376563" cy="9849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76563" cy="98491"/>
              </a:xfrm>
              <a:custGeom>
                <a:avLst/>
                <a:gdLst/>
                <a:ahLst/>
                <a:cxnLst/>
                <a:rect r="r" b="b" t="t" l="l"/>
                <a:pathLst>
                  <a:path h="98491" w="376563">
                    <a:moveTo>
                      <a:pt x="0" y="0"/>
                    </a:moveTo>
                    <a:lnTo>
                      <a:pt x="376563" y="0"/>
                    </a:lnTo>
                    <a:lnTo>
                      <a:pt x="376563" y="98491"/>
                    </a:lnTo>
                    <a:lnTo>
                      <a:pt x="0" y="98491"/>
                    </a:lnTo>
                    <a:close/>
                  </a:path>
                </a:pathLst>
              </a:custGeom>
              <a:solidFill>
                <a:srgbClr val="EADFC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376563" cy="1175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12139">
              <a:off x="364147" y="253093"/>
              <a:ext cx="926228" cy="1001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1"/>
                </a:lnSpc>
                <a:spcBef>
                  <a:spcPct val="0"/>
                </a:spcBef>
              </a:pP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2.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555842">
            <a:off x="1744878" y="1312344"/>
            <a:ext cx="1250861" cy="1206384"/>
            <a:chOff x="0" y="0"/>
            <a:chExt cx="1667815" cy="1608511"/>
          </a:xfrm>
        </p:grpSpPr>
        <p:grpSp>
          <p:nvGrpSpPr>
            <p:cNvPr name="Group 21" id="21"/>
            <p:cNvGrpSpPr/>
            <p:nvPr/>
          </p:nvGrpSpPr>
          <p:grpSpPr>
            <a:xfrm rot="-248174">
              <a:off x="50491" y="97298"/>
              <a:ext cx="1566833" cy="1456604"/>
              <a:chOff x="0" y="0"/>
              <a:chExt cx="745817" cy="69334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45817" cy="693348"/>
              </a:xfrm>
              <a:custGeom>
                <a:avLst/>
                <a:gdLst/>
                <a:ahLst/>
                <a:cxnLst/>
                <a:rect r="r" b="b" t="t" l="l"/>
                <a:pathLst>
                  <a:path h="693348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693348"/>
                    </a:lnTo>
                    <a:lnTo>
                      <a:pt x="0" y="693348"/>
                    </a:lnTo>
                    <a:close/>
                  </a:path>
                </a:pathLst>
              </a:custGeom>
              <a:solidFill>
                <a:srgbClr val="E5B54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745817" cy="71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259778">
              <a:off x="443254" y="26388"/>
              <a:ext cx="706049" cy="184668"/>
              <a:chOff x="0" y="0"/>
              <a:chExt cx="376563" cy="9849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76563" cy="98491"/>
              </a:xfrm>
              <a:custGeom>
                <a:avLst/>
                <a:gdLst/>
                <a:ahLst/>
                <a:cxnLst/>
                <a:rect r="r" b="b" t="t" l="l"/>
                <a:pathLst>
                  <a:path h="98491" w="376563">
                    <a:moveTo>
                      <a:pt x="0" y="0"/>
                    </a:moveTo>
                    <a:lnTo>
                      <a:pt x="376563" y="0"/>
                    </a:lnTo>
                    <a:lnTo>
                      <a:pt x="376563" y="98491"/>
                    </a:lnTo>
                    <a:lnTo>
                      <a:pt x="0" y="98491"/>
                    </a:lnTo>
                    <a:close/>
                  </a:path>
                </a:pathLst>
              </a:custGeom>
              <a:solidFill>
                <a:srgbClr val="EADFC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376563" cy="1175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12139">
              <a:off x="364147" y="253093"/>
              <a:ext cx="926228" cy="1001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1"/>
                </a:lnSpc>
                <a:spcBef>
                  <a:spcPct val="0"/>
                </a:spcBef>
              </a:pP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1.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1367329">
            <a:off x="13889876" y="3660667"/>
            <a:ext cx="2073354" cy="2651964"/>
          </a:xfrm>
          <a:custGeom>
            <a:avLst/>
            <a:gdLst/>
            <a:ahLst/>
            <a:cxnLst/>
            <a:rect r="r" b="b" t="t" l="l"/>
            <a:pathLst>
              <a:path h="2651964" w="2073354">
                <a:moveTo>
                  <a:pt x="0" y="0"/>
                </a:moveTo>
                <a:lnTo>
                  <a:pt x="2073353" y="0"/>
                </a:lnTo>
                <a:lnTo>
                  <a:pt x="2073353" y="2651964"/>
                </a:lnTo>
                <a:lnTo>
                  <a:pt x="0" y="2651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264378" y="987797"/>
            <a:ext cx="10371110" cy="827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7"/>
              </a:lnSpc>
            </a:pPr>
            <a:r>
              <a:rPr lang="en-US" sz="4488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技術架構與亮點</a:t>
            </a:r>
          </a:p>
          <a:p>
            <a:pPr algn="l">
              <a:lnSpc>
                <a:spcPts val="11087"/>
              </a:lnSpc>
            </a:pPr>
            <a:r>
              <a:rPr lang="en-US" sz="4488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功能展示or看圖   使用者端</a:t>
            </a:r>
          </a:p>
          <a:p>
            <a:pPr algn="l">
              <a:lnSpc>
                <a:spcPts val="11087"/>
              </a:lnSpc>
            </a:pPr>
            <a:r>
              <a:rPr lang="en-US" sz="4488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查詢與退選</a:t>
            </a:r>
          </a:p>
          <a:p>
            <a:pPr algn="l">
              <a:lnSpc>
                <a:spcPts val="11087"/>
              </a:lnSpc>
            </a:pPr>
            <a:r>
              <a:rPr lang="en-US" sz="4488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管理者端功能</a:t>
            </a:r>
          </a:p>
          <a:p>
            <a:pPr algn="l">
              <a:lnSpc>
                <a:spcPts val="11087"/>
              </a:lnSpc>
            </a:pPr>
            <a:r>
              <a:rPr lang="en-US" sz="4488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查詢與退選</a:t>
            </a:r>
          </a:p>
          <a:p>
            <a:pPr algn="l">
              <a:lnSpc>
                <a:spcPts val="11087"/>
              </a:lnSpc>
            </a:pPr>
            <a:r>
              <a:rPr lang="en-US" sz="4488">
                <a:solidFill>
                  <a:srgbClr val="EDECED"/>
                </a:solidFill>
                <a:latin typeface="芫荽"/>
                <a:ea typeface="芫荽"/>
                <a:cs typeface="芫荽"/>
                <a:sym typeface="芫荽"/>
              </a:rPr>
              <a:t>流程圖</a:t>
            </a:r>
          </a:p>
        </p:txBody>
      </p:sp>
      <p:grpSp>
        <p:nvGrpSpPr>
          <p:cNvPr name="Group 30" id="30"/>
          <p:cNvGrpSpPr/>
          <p:nvPr/>
        </p:nvGrpSpPr>
        <p:grpSpPr>
          <a:xfrm rot="1302910">
            <a:off x="1794542" y="8050996"/>
            <a:ext cx="1250861" cy="1206384"/>
            <a:chOff x="0" y="0"/>
            <a:chExt cx="1667815" cy="1608511"/>
          </a:xfrm>
        </p:grpSpPr>
        <p:grpSp>
          <p:nvGrpSpPr>
            <p:cNvPr name="Group 31" id="31"/>
            <p:cNvGrpSpPr/>
            <p:nvPr/>
          </p:nvGrpSpPr>
          <p:grpSpPr>
            <a:xfrm rot="-248174">
              <a:off x="50491" y="97298"/>
              <a:ext cx="1566833" cy="1456604"/>
              <a:chOff x="0" y="0"/>
              <a:chExt cx="745817" cy="69334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745817" cy="693348"/>
              </a:xfrm>
              <a:custGeom>
                <a:avLst/>
                <a:gdLst/>
                <a:ahLst/>
                <a:cxnLst/>
                <a:rect r="r" b="b" t="t" l="l"/>
                <a:pathLst>
                  <a:path h="693348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693348"/>
                    </a:lnTo>
                    <a:lnTo>
                      <a:pt x="0" y="693348"/>
                    </a:lnTo>
                    <a:close/>
                  </a:path>
                </a:pathLst>
              </a:custGeom>
              <a:solidFill>
                <a:srgbClr val="9F9A92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745817" cy="71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-259778">
              <a:off x="443254" y="26388"/>
              <a:ext cx="706049" cy="184668"/>
              <a:chOff x="0" y="0"/>
              <a:chExt cx="376563" cy="9849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76563" cy="98491"/>
              </a:xfrm>
              <a:custGeom>
                <a:avLst/>
                <a:gdLst/>
                <a:ahLst/>
                <a:cxnLst/>
                <a:rect r="r" b="b" t="t" l="l"/>
                <a:pathLst>
                  <a:path h="98491" w="376563">
                    <a:moveTo>
                      <a:pt x="0" y="0"/>
                    </a:moveTo>
                    <a:lnTo>
                      <a:pt x="376563" y="0"/>
                    </a:lnTo>
                    <a:lnTo>
                      <a:pt x="376563" y="98491"/>
                    </a:lnTo>
                    <a:lnTo>
                      <a:pt x="0" y="98491"/>
                    </a:lnTo>
                    <a:close/>
                  </a:path>
                </a:pathLst>
              </a:custGeom>
              <a:solidFill>
                <a:srgbClr val="EADFC9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376563" cy="1175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12139">
              <a:off x="364147" y="253093"/>
              <a:ext cx="926228" cy="1001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1"/>
                </a:lnSpc>
                <a:spcBef>
                  <a:spcPct val="0"/>
                </a:spcBef>
              </a:pP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6</a:t>
              </a: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-862593">
            <a:off x="1754361" y="6684722"/>
            <a:ext cx="1250861" cy="1206384"/>
            <a:chOff x="0" y="0"/>
            <a:chExt cx="1667815" cy="1608511"/>
          </a:xfrm>
        </p:grpSpPr>
        <p:grpSp>
          <p:nvGrpSpPr>
            <p:cNvPr name="Group 39" id="39"/>
            <p:cNvGrpSpPr/>
            <p:nvPr/>
          </p:nvGrpSpPr>
          <p:grpSpPr>
            <a:xfrm rot="-248174">
              <a:off x="50491" y="97298"/>
              <a:ext cx="1566833" cy="1456604"/>
              <a:chOff x="0" y="0"/>
              <a:chExt cx="745817" cy="693348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45817" cy="693348"/>
              </a:xfrm>
              <a:custGeom>
                <a:avLst/>
                <a:gdLst/>
                <a:ahLst/>
                <a:cxnLst/>
                <a:rect r="r" b="b" t="t" l="l"/>
                <a:pathLst>
                  <a:path h="693348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693348"/>
                    </a:lnTo>
                    <a:lnTo>
                      <a:pt x="0" y="693348"/>
                    </a:lnTo>
                    <a:close/>
                  </a:path>
                </a:pathLst>
              </a:custGeom>
              <a:solidFill>
                <a:srgbClr val="D4663C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9050"/>
                <a:ext cx="745817" cy="71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-259778">
              <a:off x="443254" y="26388"/>
              <a:ext cx="706049" cy="184668"/>
              <a:chOff x="0" y="0"/>
              <a:chExt cx="376563" cy="9849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376563" cy="98491"/>
              </a:xfrm>
              <a:custGeom>
                <a:avLst/>
                <a:gdLst/>
                <a:ahLst/>
                <a:cxnLst/>
                <a:rect r="r" b="b" t="t" l="l"/>
                <a:pathLst>
                  <a:path h="98491" w="376563">
                    <a:moveTo>
                      <a:pt x="0" y="0"/>
                    </a:moveTo>
                    <a:lnTo>
                      <a:pt x="376563" y="0"/>
                    </a:lnTo>
                    <a:lnTo>
                      <a:pt x="376563" y="98491"/>
                    </a:lnTo>
                    <a:lnTo>
                      <a:pt x="0" y="98491"/>
                    </a:lnTo>
                    <a:close/>
                  </a:path>
                </a:pathLst>
              </a:custGeom>
              <a:solidFill>
                <a:srgbClr val="EADFC9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19050"/>
                <a:ext cx="376563" cy="1175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12139">
              <a:off x="364147" y="253093"/>
              <a:ext cx="926228" cy="1001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1"/>
                </a:lnSpc>
                <a:spcBef>
                  <a:spcPct val="0"/>
                </a:spcBef>
              </a:pP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5</a:t>
              </a: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555842">
            <a:off x="1704697" y="5425570"/>
            <a:ext cx="1250861" cy="1206384"/>
            <a:chOff x="0" y="0"/>
            <a:chExt cx="1667815" cy="1608511"/>
          </a:xfrm>
        </p:grpSpPr>
        <p:grpSp>
          <p:nvGrpSpPr>
            <p:cNvPr name="Group 47" id="47"/>
            <p:cNvGrpSpPr/>
            <p:nvPr/>
          </p:nvGrpSpPr>
          <p:grpSpPr>
            <a:xfrm rot="-248174">
              <a:off x="50491" y="97298"/>
              <a:ext cx="1566833" cy="1456604"/>
              <a:chOff x="0" y="0"/>
              <a:chExt cx="745817" cy="693348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745817" cy="693348"/>
              </a:xfrm>
              <a:custGeom>
                <a:avLst/>
                <a:gdLst/>
                <a:ahLst/>
                <a:cxnLst/>
                <a:rect r="r" b="b" t="t" l="l"/>
                <a:pathLst>
                  <a:path h="693348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693348"/>
                    </a:lnTo>
                    <a:lnTo>
                      <a:pt x="0" y="693348"/>
                    </a:lnTo>
                    <a:close/>
                  </a:path>
                </a:pathLst>
              </a:custGeom>
              <a:solidFill>
                <a:srgbClr val="E5B545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745817" cy="7123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-259778">
              <a:off x="443254" y="26388"/>
              <a:ext cx="706049" cy="184668"/>
              <a:chOff x="0" y="0"/>
              <a:chExt cx="376563" cy="98491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376563" cy="98491"/>
              </a:xfrm>
              <a:custGeom>
                <a:avLst/>
                <a:gdLst/>
                <a:ahLst/>
                <a:cxnLst/>
                <a:rect r="r" b="b" t="t" l="l"/>
                <a:pathLst>
                  <a:path h="98491" w="376563">
                    <a:moveTo>
                      <a:pt x="0" y="0"/>
                    </a:moveTo>
                    <a:lnTo>
                      <a:pt x="376563" y="0"/>
                    </a:lnTo>
                    <a:lnTo>
                      <a:pt x="376563" y="98491"/>
                    </a:lnTo>
                    <a:lnTo>
                      <a:pt x="0" y="98491"/>
                    </a:lnTo>
                    <a:close/>
                  </a:path>
                </a:pathLst>
              </a:custGeom>
              <a:solidFill>
                <a:srgbClr val="EADFC9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376563" cy="1175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12139">
              <a:off x="364147" y="253093"/>
              <a:ext cx="926228" cy="1001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801"/>
                </a:lnSpc>
                <a:spcBef>
                  <a:spcPct val="0"/>
                </a:spcBef>
              </a:pP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4</a:t>
              </a:r>
              <a:r>
                <a:rPr lang="en-US" sz="4834">
                  <a:solidFill>
                    <a:srgbClr val="F1EBE2"/>
                  </a:solidFill>
                  <a:latin typeface="芫荽"/>
                  <a:ea typeface="芫荽"/>
                  <a:cs typeface="芫荽"/>
                  <a:sym typeface="芫荽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5107">
            <a:off x="3631896" y="-8864452"/>
            <a:ext cx="19873918" cy="11030024"/>
          </a:xfrm>
          <a:custGeom>
            <a:avLst/>
            <a:gdLst/>
            <a:ahLst/>
            <a:cxnLst/>
            <a:rect r="r" b="b" t="t" l="l"/>
            <a:pathLst>
              <a:path h="11030024" w="19873918">
                <a:moveTo>
                  <a:pt x="0" y="0"/>
                </a:moveTo>
                <a:lnTo>
                  <a:pt x="19873918" y="0"/>
                </a:lnTo>
                <a:lnTo>
                  <a:pt x="19873918" y="11030024"/>
                </a:lnTo>
                <a:lnTo>
                  <a:pt x="0" y="11030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01764">
            <a:off x="-1484327" y="7547843"/>
            <a:ext cx="12350964" cy="6854785"/>
          </a:xfrm>
          <a:custGeom>
            <a:avLst/>
            <a:gdLst/>
            <a:ahLst/>
            <a:cxnLst/>
            <a:rect r="r" b="b" t="t" l="l"/>
            <a:pathLst>
              <a:path h="6854785" w="12350964">
                <a:moveTo>
                  <a:pt x="0" y="0"/>
                </a:moveTo>
                <a:lnTo>
                  <a:pt x="12350964" y="0"/>
                </a:lnTo>
                <a:lnTo>
                  <a:pt x="12350964" y="6854785"/>
                </a:lnTo>
                <a:lnTo>
                  <a:pt x="0" y="6854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703" y="504825"/>
            <a:ext cx="106458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功能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1630" y="1613372"/>
            <a:ext cx="7479669" cy="8095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1. 使用者端功能 (學生/參加者)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即時名額判斷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快速線上報名 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自動郵件通知：報名成功後 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個人紀錄查詢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自主取消報名</a:t>
            </a:r>
          </a:p>
          <a:p>
            <a:pPr algn="l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2. 管理者端功能 (活動辦理者)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活動內容管理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跑馬燈公告更新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數據統計分析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手動補發通知信</a:t>
            </a:r>
          </a:p>
          <a:p>
            <a:pPr algn="l" marL="780598" indent="-390299" lvl="1">
              <a:lnSpc>
                <a:spcPts val="4700"/>
              </a:lnSpc>
              <a:buFont typeface="Arial"/>
              <a:buChar char="•"/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報名名單查看：一鍵查看完整的學生報名清單，方便核對 。</a:t>
            </a:r>
          </a:p>
          <a:p>
            <a:pPr algn="l" marL="0" indent="0" lvl="0">
              <a:lnSpc>
                <a:spcPts val="327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4118882"/>
            <a:ext cx="8807709" cy="227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>
                    <a:alpha val="6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我希望學生報完名就能馬上收到信，管理員不用再手動算名額 。</a:t>
            </a:r>
          </a:p>
          <a:p>
            <a:pPr algn="ctr">
              <a:lnSpc>
                <a:spcPts val="4549"/>
              </a:lnSpc>
              <a:spcBef>
                <a:spcPct val="0"/>
              </a:spcBef>
            </a:pPr>
            <a:r>
              <a:rPr lang="en-US" sz="3499">
                <a:solidFill>
                  <a:srgbClr val="000000">
                    <a:alpha val="6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當有人退選時，名額也能自動補回去，這就是我做這個系統的動機 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747282"/>
            <a:ext cx="106458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動機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5107">
            <a:off x="3631896" y="-8864452"/>
            <a:ext cx="19873918" cy="11030024"/>
          </a:xfrm>
          <a:custGeom>
            <a:avLst/>
            <a:gdLst/>
            <a:ahLst/>
            <a:cxnLst/>
            <a:rect r="r" b="b" t="t" l="l"/>
            <a:pathLst>
              <a:path h="11030024" w="19873918">
                <a:moveTo>
                  <a:pt x="0" y="0"/>
                </a:moveTo>
                <a:lnTo>
                  <a:pt x="19873918" y="0"/>
                </a:lnTo>
                <a:lnTo>
                  <a:pt x="19873918" y="11030024"/>
                </a:lnTo>
                <a:lnTo>
                  <a:pt x="0" y="11030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01764">
            <a:off x="-1484327" y="7547843"/>
            <a:ext cx="12350964" cy="6854785"/>
          </a:xfrm>
          <a:custGeom>
            <a:avLst/>
            <a:gdLst/>
            <a:ahLst/>
            <a:cxnLst/>
            <a:rect r="r" b="b" t="t" l="l"/>
            <a:pathLst>
              <a:path h="6854785" w="12350964">
                <a:moveTo>
                  <a:pt x="0" y="0"/>
                </a:moveTo>
                <a:lnTo>
                  <a:pt x="12350964" y="0"/>
                </a:lnTo>
                <a:lnTo>
                  <a:pt x="12350964" y="6854785"/>
                </a:lnTo>
                <a:lnTo>
                  <a:pt x="0" y="6854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233" y="2388920"/>
            <a:ext cx="5916751" cy="7631541"/>
          </a:xfrm>
          <a:custGeom>
            <a:avLst/>
            <a:gdLst/>
            <a:ahLst/>
            <a:cxnLst/>
            <a:rect r="r" b="b" t="t" l="l"/>
            <a:pathLst>
              <a:path h="7631541" w="5916751">
                <a:moveTo>
                  <a:pt x="0" y="0"/>
                </a:moveTo>
                <a:lnTo>
                  <a:pt x="5916751" y="0"/>
                </a:lnTo>
                <a:lnTo>
                  <a:pt x="5916751" y="7631541"/>
                </a:lnTo>
                <a:lnTo>
                  <a:pt x="0" y="7631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1279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59578" y="2388920"/>
            <a:ext cx="6105656" cy="7619700"/>
          </a:xfrm>
          <a:custGeom>
            <a:avLst/>
            <a:gdLst/>
            <a:ahLst/>
            <a:cxnLst/>
            <a:rect r="r" b="b" t="t" l="l"/>
            <a:pathLst>
              <a:path h="7619700" w="6105656">
                <a:moveTo>
                  <a:pt x="0" y="0"/>
                </a:moveTo>
                <a:lnTo>
                  <a:pt x="6105657" y="0"/>
                </a:lnTo>
                <a:lnTo>
                  <a:pt x="6105657" y="7619700"/>
                </a:lnTo>
                <a:lnTo>
                  <a:pt x="0" y="7619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769" t="0" r="0" b="-31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90627" y="2362463"/>
            <a:ext cx="5797373" cy="7646157"/>
          </a:xfrm>
          <a:custGeom>
            <a:avLst/>
            <a:gdLst/>
            <a:ahLst/>
            <a:cxnLst/>
            <a:rect r="r" b="b" t="t" l="l"/>
            <a:pathLst>
              <a:path h="7646157" w="5797373">
                <a:moveTo>
                  <a:pt x="0" y="0"/>
                </a:moveTo>
                <a:lnTo>
                  <a:pt x="5797373" y="0"/>
                </a:lnTo>
                <a:lnTo>
                  <a:pt x="5797373" y="7646157"/>
                </a:lnTo>
                <a:lnTo>
                  <a:pt x="0" y="76461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441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1703" y="504825"/>
            <a:ext cx="106458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技術架構</a:t>
            </a: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與亮點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630" y="1613372"/>
            <a:ext cx="7479669" cy="59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app.py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12992" y="1622897"/>
            <a:ext cx="7479669" cy="58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Open Sauce"/>
                <a:ea typeface="Open Sauce"/>
                <a:cs typeface="Open Sauce"/>
                <a:sym typeface="Open Sauce"/>
              </a:rPr>
              <a:t>registration.py    (註冊)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90627" y="1622897"/>
            <a:ext cx="7479669" cy="582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Open Sauce"/>
                <a:ea typeface="Open Sauce"/>
                <a:cs typeface="Open Sauce"/>
                <a:sym typeface="Open Sauce"/>
              </a:rPr>
              <a:t>activity.py    (活動)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74697" y="213360"/>
            <a:ext cx="8155764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099">
                <a:solidFill>
                  <a:srgbClr val="FFFFFF">
                    <a:alpha val="6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我希望學生報完名就能馬上收到信，管理員不用再手動算名額 。</a:t>
            </a:r>
          </a:p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sz="2099">
                <a:solidFill>
                  <a:srgbClr val="FFFFFF">
                    <a:alpha val="6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當有人退選時，名額也能自動補回去，這就是我做這個系統的動機 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25107">
            <a:off x="3631896" y="-8864452"/>
            <a:ext cx="19873918" cy="11030024"/>
          </a:xfrm>
          <a:custGeom>
            <a:avLst/>
            <a:gdLst/>
            <a:ahLst/>
            <a:cxnLst/>
            <a:rect r="r" b="b" t="t" l="l"/>
            <a:pathLst>
              <a:path h="11030024" w="19873918">
                <a:moveTo>
                  <a:pt x="0" y="0"/>
                </a:moveTo>
                <a:lnTo>
                  <a:pt x="19873918" y="0"/>
                </a:lnTo>
                <a:lnTo>
                  <a:pt x="19873918" y="11030024"/>
                </a:lnTo>
                <a:lnTo>
                  <a:pt x="0" y="11030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01764">
            <a:off x="-1484327" y="7547843"/>
            <a:ext cx="12350964" cy="6854785"/>
          </a:xfrm>
          <a:custGeom>
            <a:avLst/>
            <a:gdLst/>
            <a:ahLst/>
            <a:cxnLst/>
            <a:rect r="r" b="b" t="t" l="l"/>
            <a:pathLst>
              <a:path h="6854785" w="12350964">
                <a:moveTo>
                  <a:pt x="0" y="0"/>
                </a:moveTo>
                <a:lnTo>
                  <a:pt x="12350964" y="0"/>
                </a:lnTo>
                <a:lnTo>
                  <a:pt x="12350964" y="6854785"/>
                </a:lnTo>
                <a:lnTo>
                  <a:pt x="0" y="6854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5706" y="2755195"/>
            <a:ext cx="10896334" cy="6916382"/>
          </a:xfrm>
          <a:custGeom>
            <a:avLst/>
            <a:gdLst/>
            <a:ahLst/>
            <a:cxnLst/>
            <a:rect r="r" b="b" t="t" l="l"/>
            <a:pathLst>
              <a:path h="6916382" w="10896334">
                <a:moveTo>
                  <a:pt x="0" y="0"/>
                </a:moveTo>
                <a:lnTo>
                  <a:pt x="10896334" y="0"/>
                </a:lnTo>
                <a:lnTo>
                  <a:pt x="10896334" y="6916382"/>
                </a:lnTo>
                <a:lnTo>
                  <a:pt x="0" y="691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1703" y="504825"/>
            <a:ext cx="1064585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</a:pP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技術架構</a:t>
            </a: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與亮點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5706" y="1915932"/>
            <a:ext cx="7479669" cy="59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registrations.csv   (註冊資料儲存)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91567" y="2707570"/>
            <a:ext cx="6425053" cy="531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我做的是『活動報名系統』</a:t>
            </a:r>
          </a:p>
          <a:p>
            <a:pPr algn="l">
              <a:lnSpc>
                <a:spcPts val="4700"/>
              </a:lnSpc>
            </a:pPr>
          </a:p>
          <a:p>
            <a:pPr algn="l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最大的特色是把功能分得很清楚，有專門管報名的、管活動資訊的 。</a:t>
            </a:r>
          </a:p>
          <a:p>
            <a:pPr algn="l">
              <a:lnSpc>
                <a:spcPts val="4700"/>
              </a:lnSpc>
            </a:pPr>
          </a:p>
          <a:p>
            <a:pPr algn="l" marL="0" indent="0" lvl="0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資料都存在 CSV 檔案裡，不用裝複雜的資料庫也能跑，既簡單又實用 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704895">
            <a:off x="8743761" y="2215276"/>
            <a:ext cx="1496597" cy="395863"/>
          </a:xfrm>
          <a:custGeom>
            <a:avLst/>
            <a:gdLst/>
            <a:ahLst/>
            <a:cxnLst/>
            <a:rect r="r" b="b" t="t" l="l"/>
            <a:pathLst>
              <a:path h="395863" w="1496597">
                <a:moveTo>
                  <a:pt x="0" y="0"/>
                </a:moveTo>
                <a:lnTo>
                  <a:pt x="1496598" y="0"/>
                </a:lnTo>
                <a:lnTo>
                  <a:pt x="1496598" y="395864"/>
                </a:lnTo>
                <a:lnTo>
                  <a:pt x="0" y="39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2123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14485">
            <a:off x="11193391" y="5601036"/>
            <a:ext cx="1540709" cy="407531"/>
          </a:xfrm>
          <a:custGeom>
            <a:avLst/>
            <a:gdLst/>
            <a:ahLst/>
            <a:cxnLst/>
            <a:rect r="r" b="b" t="t" l="l"/>
            <a:pathLst>
              <a:path h="407531" w="1540709">
                <a:moveTo>
                  <a:pt x="0" y="0"/>
                </a:moveTo>
                <a:lnTo>
                  <a:pt x="1540709" y="0"/>
                </a:lnTo>
                <a:lnTo>
                  <a:pt x="1540709" y="407532"/>
                </a:lnTo>
                <a:lnTo>
                  <a:pt x="0" y="407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2123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905165" y="309001"/>
            <a:ext cx="8312227" cy="1439399"/>
            <a:chOff x="0" y="0"/>
            <a:chExt cx="11082969" cy="1919198"/>
          </a:xfrm>
        </p:grpSpPr>
        <p:grpSp>
          <p:nvGrpSpPr>
            <p:cNvPr name="Group 5" id="5"/>
            <p:cNvGrpSpPr/>
            <p:nvPr/>
          </p:nvGrpSpPr>
          <p:grpSpPr>
            <a:xfrm rot="5461607">
              <a:off x="4680790" y="-4567349"/>
              <a:ext cx="1721389" cy="11053897"/>
              <a:chOff x="0" y="0"/>
              <a:chExt cx="475615" cy="305416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10160" y="16510"/>
                <a:ext cx="452755" cy="3026221"/>
              </a:xfrm>
              <a:custGeom>
                <a:avLst/>
                <a:gdLst/>
                <a:ahLst/>
                <a:cxnLst/>
                <a:rect r="r" b="b" t="t" l="l"/>
                <a:pathLst>
                  <a:path h="3026221" w="452755">
                    <a:moveTo>
                      <a:pt x="452755" y="3026221"/>
                    </a:moveTo>
                    <a:lnTo>
                      <a:pt x="0" y="3018601"/>
                    </a:lnTo>
                    <a:lnTo>
                      <a:pt x="0" y="1062799"/>
                    </a:lnTo>
                    <a:lnTo>
                      <a:pt x="17780" y="19050"/>
                    </a:lnTo>
                    <a:lnTo>
                      <a:pt x="223517" y="0"/>
                    </a:lnTo>
                    <a:lnTo>
                      <a:pt x="433705" y="50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Freeform 7" id="7"/>
              <p:cNvSpPr/>
              <p:nvPr/>
            </p:nvSpPr>
            <p:spPr>
              <a:xfrm flipH="false" flipV="false" rot="0">
                <a:off x="-215" y="0"/>
                <a:ext cx="477100" cy="3052185"/>
              </a:xfrm>
              <a:custGeom>
                <a:avLst/>
                <a:gdLst/>
                <a:ahLst/>
                <a:cxnLst/>
                <a:rect r="r" b="b" t="t" l="l"/>
                <a:pathLst>
                  <a:path h="3052185" w="477100">
                    <a:moveTo>
                      <a:pt x="444080" y="21590"/>
                    </a:moveTo>
                    <a:cubicBezTo>
                      <a:pt x="445350" y="34290"/>
                      <a:pt x="445350" y="44450"/>
                      <a:pt x="446620" y="54610"/>
                    </a:cubicBezTo>
                    <a:cubicBezTo>
                      <a:pt x="449160" y="109628"/>
                      <a:pt x="450430" y="175211"/>
                      <a:pt x="452970" y="238451"/>
                    </a:cubicBezTo>
                    <a:cubicBezTo>
                      <a:pt x="452970" y="329798"/>
                      <a:pt x="465670" y="2130968"/>
                      <a:pt x="472020" y="2222315"/>
                    </a:cubicBezTo>
                    <a:cubicBezTo>
                      <a:pt x="478370" y="2360506"/>
                      <a:pt x="474560" y="2501039"/>
                      <a:pt x="474560" y="2639231"/>
                    </a:cubicBezTo>
                    <a:cubicBezTo>
                      <a:pt x="474560" y="2761026"/>
                      <a:pt x="475830" y="2873453"/>
                      <a:pt x="477100" y="2991931"/>
                    </a:cubicBezTo>
                    <a:cubicBezTo>
                      <a:pt x="477100" y="3013521"/>
                      <a:pt x="477100" y="3027491"/>
                      <a:pt x="477100" y="3051621"/>
                    </a:cubicBezTo>
                    <a:cubicBezTo>
                      <a:pt x="454240" y="3051621"/>
                      <a:pt x="433920" y="3052891"/>
                      <a:pt x="417598" y="3051621"/>
                    </a:cubicBezTo>
                    <a:cubicBezTo>
                      <a:pt x="398584" y="3046541"/>
                      <a:pt x="379277" y="3052891"/>
                      <a:pt x="360263" y="3047811"/>
                    </a:cubicBezTo>
                    <a:cubicBezTo>
                      <a:pt x="348854" y="3044001"/>
                      <a:pt x="337738" y="3046541"/>
                      <a:pt x="326330" y="3044001"/>
                    </a:cubicBezTo>
                    <a:cubicBezTo>
                      <a:pt x="321065" y="3042731"/>
                      <a:pt x="315799" y="3041461"/>
                      <a:pt x="310534" y="3040191"/>
                    </a:cubicBezTo>
                    <a:cubicBezTo>
                      <a:pt x="307316" y="3040191"/>
                      <a:pt x="304391" y="3041461"/>
                      <a:pt x="301173" y="3041461"/>
                    </a:cubicBezTo>
                    <a:cubicBezTo>
                      <a:pt x="292982" y="3040191"/>
                      <a:pt x="270458" y="3041461"/>
                      <a:pt x="262267" y="3040191"/>
                    </a:cubicBezTo>
                    <a:cubicBezTo>
                      <a:pt x="256417" y="3038921"/>
                      <a:pt x="139407" y="3047811"/>
                      <a:pt x="133556" y="3046541"/>
                    </a:cubicBezTo>
                    <a:cubicBezTo>
                      <a:pt x="132093" y="3046541"/>
                      <a:pt x="130338" y="3047811"/>
                      <a:pt x="128876" y="3047811"/>
                    </a:cubicBezTo>
                    <a:cubicBezTo>
                      <a:pt x="125365" y="3047811"/>
                      <a:pt x="122148" y="3049081"/>
                      <a:pt x="118637" y="3049081"/>
                    </a:cubicBezTo>
                    <a:cubicBezTo>
                      <a:pt x="109862" y="3049081"/>
                      <a:pt x="101378" y="3047811"/>
                      <a:pt x="92603" y="3046541"/>
                    </a:cubicBezTo>
                    <a:cubicBezTo>
                      <a:pt x="87337" y="3045271"/>
                      <a:pt x="82072" y="3044001"/>
                      <a:pt x="77099" y="3042731"/>
                    </a:cubicBezTo>
                    <a:cubicBezTo>
                      <a:pt x="67738" y="3041461"/>
                      <a:pt x="58377" y="3040191"/>
                      <a:pt x="44665" y="3040191"/>
                    </a:cubicBezTo>
                    <a:cubicBezTo>
                      <a:pt x="34505" y="3040191"/>
                      <a:pt x="25615" y="3040191"/>
                      <a:pt x="15455" y="3038921"/>
                    </a:cubicBezTo>
                    <a:cubicBezTo>
                      <a:pt x="6565" y="3037651"/>
                      <a:pt x="1485" y="3031301"/>
                      <a:pt x="4025" y="3022411"/>
                    </a:cubicBezTo>
                    <a:cubicBezTo>
                      <a:pt x="12915" y="2990564"/>
                      <a:pt x="9105" y="2932009"/>
                      <a:pt x="7835" y="2871111"/>
                    </a:cubicBezTo>
                    <a:cubicBezTo>
                      <a:pt x="6565" y="2746973"/>
                      <a:pt x="2755" y="2625177"/>
                      <a:pt x="4025" y="2501039"/>
                    </a:cubicBezTo>
                    <a:cubicBezTo>
                      <a:pt x="1485" y="2346453"/>
                      <a:pt x="-3595" y="432855"/>
                      <a:pt x="4025" y="275926"/>
                    </a:cubicBezTo>
                    <a:cubicBezTo>
                      <a:pt x="5295" y="245477"/>
                      <a:pt x="4025" y="212686"/>
                      <a:pt x="5295" y="182237"/>
                    </a:cubicBezTo>
                    <a:cubicBezTo>
                      <a:pt x="6565" y="133051"/>
                      <a:pt x="9105" y="79180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51064" y="30480"/>
                      <a:pt x="55744" y="29210"/>
                    </a:cubicBezTo>
                    <a:cubicBezTo>
                      <a:pt x="63643" y="25400"/>
                      <a:pt x="71541" y="22860"/>
                      <a:pt x="79732" y="20320"/>
                    </a:cubicBezTo>
                    <a:cubicBezTo>
                      <a:pt x="85289" y="17780"/>
                      <a:pt x="90847" y="16510"/>
                      <a:pt x="96113" y="13970"/>
                    </a:cubicBezTo>
                    <a:cubicBezTo>
                      <a:pt x="101378" y="11430"/>
                      <a:pt x="106936" y="8890"/>
                      <a:pt x="112202" y="8890"/>
                    </a:cubicBezTo>
                    <a:cubicBezTo>
                      <a:pt x="118052" y="7620"/>
                      <a:pt x="123903" y="10160"/>
                      <a:pt x="129753" y="8890"/>
                    </a:cubicBezTo>
                    <a:cubicBezTo>
                      <a:pt x="137066" y="8890"/>
                      <a:pt x="269580" y="6350"/>
                      <a:pt x="276893" y="5080"/>
                    </a:cubicBezTo>
                    <a:cubicBezTo>
                      <a:pt x="283914" y="3810"/>
                      <a:pt x="290934" y="2540"/>
                      <a:pt x="298248" y="2540"/>
                    </a:cubicBezTo>
                    <a:cubicBezTo>
                      <a:pt x="310241" y="1270"/>
                      <a:pt x="321942" y="0"/>
                      <a:pt x="333936" y="0"/>
                    </a:cubicBezTo>
                    <a:cubicBezTo>
                      <a:pt x="338909" y="0"/>
                      <a:pt x="344174" y="2540"/>
                      <a:pt x="349147" y="2540"/>
                    </a:cubicBezTo>
                    <a:cubicBezTo>
                      <a:pt x="362896" y="3810"/>
                      <a:pt x="376937" y="5080"/>
                      <a:pt x="390685" y="7620"/>
                    </a:cubicBezTo>
                    <a:cubicBezTo>
                      <a:pt x="397999" y="8890"/>
                      <a:pt x="405312" y="12700"/>
                      <a:pt x="412625" y="16510"/>
                    </a:cubicBezTo>
                    <a:cubicBezTo>
                      <a:pt x="414380" y="16510"/>
                      <a:pt x="416135" y="16510"/>
                      <a:pt x="417598" y="16510"/>
                    </a:cubicBezTo>
                    <a:cubicBezTo>
                      <a:pt x="425030" y="17780"/>
                      <a:pt x="433920" y="20320"/>
                      <a:pt x="444080" y="21590"/>
                    </a:cubicBezTo>
                    <a:close/>
                    <a:moveTo>
                      <a:pt x="454240" y="3035111"/>
                    </a:moveTo>
                    <a:cubicBezTo>
                      <a:pt x="455510" y="3018601"/>
                      <a:pt x="456780" y="3005901"/>
                      <a:pt x="456780" y="2993201"/>
                    </a:cubicBezTo>
                    <a:cubicBezTo>
                      <a:pt x="455510" y="2861742"/>
                      <a:pt x="454240" y="2737604"/>
                      <a:pt x="454240" y="2604097"/>
                    </a:cubicBezTo>
                    <a:cubicBezTo>
                      <a:pt x="454240" y="2543199"/>
                      <a:pt x="456780" y="2482302"/>
                      <a:pt x="455510" y="2421404"/>
                    </a:cubicBezTo>
                    <a:cubicBezTo>
                      <a:pt x="455510" y="2365190"/>
                      <a:pt x="454240" y="2306635"/>
                      <a:pt x="452970" y="2250422"/>
                    </a:cubicBezTo>
                    <a:cubicBezTo>
                      <a:pt x="447890" y="2163759"/>
                      <a:pt x="436460" y="369615"/>
                      <a:pt x="436460" y="282953"/>
                    </a:cubicBezTo>
                    <a:cubicBezTo>
                      <a:pt x="433920" y="210344"/>
                      <a:pt x="431380" y="135393"/>
                      <a:pt x="428840" y="63500"/>
                    </a:cubicBezTo>
                    <a:cubicBezTo>
                      <a:pt x="427570" y="44450"/>
                      <a:pt x="426300" y="43180"/>
                      <a:pt x="416720" y="41910"/>
                    </a:cubicBezTo>
                    <a:cubicBezTo>
                      <a:pt x="415843" y="41910"/>
                      <a:pt x="415258" y="41910"/>
                      <a:pt x="414380" y="40640"/>
                    </a:cubicBezTo>
                    <a:cubicBezTo>
                      <a:pt x="407067" y="36830"/>
                      <a:pt x="399461" y="31750"/>
                      <a:pt x="392148" y="30480"/>
                    </a:cubicBezTo>
                    <a:cubicBezTo>
                      <a:pt x="374304" y="26670"/>
                      <a:pt x="356168" y="25400"/>
                      <a:pt x="338324" y="22860"/>
                    </a:cubicBezTo>
                    <a:cubicBezTo>
                      <a:pt x="335691" y="22860"/>
                      <a:pt x="332766" y="22860"/>
                      <a:pt x="330133" y="22860"/>
                    </a:cubicBezTo>
                    <a:cubicBezTo>
                      <a:pt x="325745" y="22860"/>
                      <a:pt x="321357" y="22860"/>
                      <a:pt x="317262" y="22860"/>
                    </a:cubicBezTo>
                    <a:cubicBezTo>
                      <a:pt x="307901" y="22860"/>
                      <a:pt x="298540" y="22860"/>
                      <a:pt x="289472" y="24130"/>
                    </a:cubicBezTo>
                    <a:cubicBezTo>
                      <a:pt x="281574" y="25400"/>
                      <a:pt x="148475" y="29210"/>
                      <a:pt x="140577" y="29210"/>
                    </a:cubicBezTo>
                    <a:cubicBezTo>
                      <a:pt x="127706" y="29210"/>
                      <a:pt x="114834" y="26670"/>
                      <a:pt x="101963" y="33020"/>
                    </a:cubicBezTo>
                    <a:cubicBezTo>
                      <a:pt x="95235" y="36830"/>
                      <a:pt x="88800" y="36830"/>
                      <a:pt x="82364" y="38100"/>
                    </a:cubicBezTo>
                    <a:cubicBezTo>
                      <a:pt x="71248" y="41910"/>
                      <a:pt x="60132" y="45720"/>
                      <a:pt x="45935" y="50800"/>
                    </a:cubicBezTo>
                    <a:cubicBezTo>
                      <a:pt x="33235" y="50800"/>
                      <a:pt x="30695" y="53340"/>
                      <a:pt x="29425" y="72153"/>
                    </a:cubicBezTo>
                    <a:cubicBezTo>
                      <a:pt x="28155" y="114313"/>
                      <a:pt x="28155" y="156473"/>
                      <a:pt x="26885" y="198633"/>
                    </a:cubicBezTo>
                    <a:cubicBezTo>
                      <a:pt x="25615" y="268900"/>
                      <a:pt x="23075" y="336824"/>
                      <a:pt x="21805" y="407091"/>
                    </a:cubicBezTo>
                    <a:cubicBezTo>
                      <a:pt x="16725" y="482042"/>
                      <a:pt x="23075" y="2313661"/>
                      <a:pt x="25615" y="2388613"/>
                    </a:cubicBezTo>
                    <a:cubicBezTo>
                      <a:pt x="25615" y="2468248"/>
                      <a:pt x="25615" y="2550226"/>
                      <a:pt x="26885" y="2629862"/>
                    </a:cubicBezTo>
                    <a:cubicBezTo>
                      <a:pt x="26885" y="2688417"/>
                      <a:pt x="29425" y="2746973"/>
                      <a:pt x="29425" y="2805529"/>
                    </a:cubicBezTo>
                    <a:cubicBezTo>
                      <a:pt x="29425" y="2868768"/>
                      <a:pt x="29425" y="2932009"/>
                      <a:pt x="28155" y="2993201"/>
                    </a:cubicBezTo>
                    <a:cubicBezTo>
                      <a:pt x="28155" y="2997011"/>
                      <a:pt x="28155" y="2999551"/>
                      <a:pt x="28155" y="3003361"/>
                    </a:cubicBezTo>
                    <a:cubicBezTo>
                      <a:pt x="28155" y="3013521"/>
                      <a:pt x="31965" y="3017331"/>
                      <a:pt x="40855" y="3017331"/>
                    </a:cubicBezTo>
                    <a:cubicBezTo>
                      <a:pt x="51649" y="3017331"/>
                      <a:pt x="55744" y="3018601"/>
                      <a:pt x="59547" y="3018601"/>
                    </a:cubicBezTo>
                    <a:cubicBezTo>
                      <a:pt x="65105" y="3018601"/>
                      <a:pt x="70956" y="3016061"/>
                      <a:pt x="76514" y="3018601"/>
                    </a:cubicBezTo>
                    <a:cubicBezTo>
                      <a:pt x="85582" y="3022411"/>
                      <a:pt x="94650" y="3024951"/>
                      <a:pt x="103719" y="3023681"/>
                    </a:cubicBezTo>
                    <a:cubicBezTo>
                      <a:pt x="109569" y="3022411"/>
                      <a:pt x="115127" y="3024951"/>
                      <a:pt x="120978" y="3024951"/>
                    </a:cubicBezTo>
                    <a:cubicBezTo>
                      <a:pt x="129461" y="3024951"/>
                      <a:pt x="137944" y="3023681"/>
                      <a:pt x="146427" y="3024951"/>
                    </a:cubicBezTo>
                    <a:cubicBezTo>
                      <a:pt x="159006" y="3026221"/>
                      <a:pt x="297077" y="3016061"/>
                      <a:pt x="309949" y="3018601"/>
                    </a:cubicBezTo>
                    <a:cubicBezTo>
                      <a:pt x="315507" y="3019871"/>
                      <a:pt x="321065" y="3021141"/>
                      <a:pt x="326330" y="3021141"/>
                    </a:cubicBezTo>
                    <a:cubicBezTo>
                      <a:pt x="335983" y="3023681"/>
                      <a:pt x="345344" y="3019871"/>
                      <a:pt x="354997" y="3023681"/>
                    </a:cubicBezTo>
                    <a:cubicBezTo>
                      <a:pt x="362896" y="3026221"/>
                      <a:pt x="370794" y="3026221"/>
                      <a:pt x="378692" y="3028761"/>
                    </a:cubicBezTo>
                    <a:cubicBezTo>
                      <a:pt x="390393" y="3032571"/>
                      <a:pt x="402094" y="3035111"/>
                      <a:pt x="413795" y="3036381"/>
                    </a:cubicBezTo>
                    <a:cubicBezTo>
                      <a:pt x="418183" y="3036381"/>
                      <a:pt x="433920" y="3035111"/>
                      <a:pt x="454240" y="3035111"/>
                    </a:cubicBezTo>
                    <a:close/>
                  </a:path>
                </a:pathLst>
              </a:custGeom>
              <a:solidFill>
                <a:srgbClr val="3E3B39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5461607">
              <a:off x="4882729" y="-4111694"/>
              <a:ext cx="1326883" cy="10184871"/>
              <a:chOff x="0" y="0"/>
              <a:chExt cx="366614" cy="281405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10160" y="16510"/>
                <a:ext cx="343754" cy="2786111"/>
              </a:xfrm>
              <a:custGeom>
                <a:avLst/>
                <a:gdLst/>
                <a:ahLst/>
                <a:cxnLst/>
                <a:rect r="r" b="b" t="t" l="l"/>
                <a:pathLst>
                  <a:path h="2786111" w="343754">
                    <a:moveTo>
                      <a:pt x="343754" y="2786111"/>
                    </a:moveTo>
                    <a:lnTo>
                      <a:pt x="0" y="2778491"/>
                    </a:lnTo>
                    <a:lnTo>
                      <a:pt x="0" y="979523"/>
                    </a:lnTo>
                    <a:lnTo>
                      <a:pt x="17780" y="19050"/>
                    </a:lnTo>
                    <a:lnTo>
                      <a:pt x="169157" y="0"/>
                    </a:lnTo>
                    <a:lnTo>
                      <a:pt x="324704" y="50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-215" y="0"/>
                <a:ext cx="368099" cy="2812076"/>
              </a:xfrm>
              <a:custGeom>
                <a:avLst/>
                <a:gdLst/>
                <a:ahLst/>
                <a:cxnLst/>
                <a:rect r="r" b="b" t="t" l="l"/>
                <a:pathLst>
                  <a:path h="2812076" w="368099">
                    <a:moveTo>
                      <a:pt x="335079" y="21590"/>
                    </a:moveTo>
                    <a:cubicBezTo>
                      <a:pt x="336349" y="34290"/>
                      <a:pt x="336349" y="44450"/>
                      <a:pt x="337619" y="54610"/>
                    </a:cubicBezTo>
                    <a:cubicBezTo>
                      <a:pt x="340159" y="105913"/>
                      <a:pt x="341429" y="166115"/>
                      <a:pt x="343969" y="224166"/>
                    </a:cubicBezTo>
                    <a:cubicBezTo>
                      <a:pt x="343969" y="308018"/>
                      <a:pt x="356669" y="1961405"/>
                      <a:pt x="363019" y="2045256"/>
                    </a:cubicBezTo>
                    <a:cubicBezTo>
                      <a:pt x="369369" y="2172109"/>
                      <a:pt x="365559" y="2301112"/>
                      <a:pt x="365559" y="2427965"/>
                    </a:cubicBezTo>
                    <a:cubicBezTo>
                      <a:pt x="365559" y="2539767"/>
                      <a:pt x="366829" y="2642969"/>
                      <a:pt x="368099" y="2751821"/>
                    </a:cubicBezTo>
                    <a:cubicBezTo>
                      <a:pt x="368099" y="2773411"/>
                      <a:pt x="368099" y="2787381"/>
                      <a:pt x="368099" y="2811511"/>
                    </a:cubicBezTo>
                    <a:cubicBezTo>
                      <a:pt x="345239" y="2811511"/>
                      <a:pt x="324919" y="2812781"/>
                      <a:pt x="308950" y="2811511"/>
                    </a:cubicBezTo>
                    <a:cubicBezTo>
                      <a:pt x="295555" y="2806431"/>
                      <a:pt x="281954" y="2812781"/>
                      <a:pt x="268559" y="2807701"/>
                    </a:cubicBezTo>
                    <a:cubicBezTo>
                      <a:pt x="260521" y="2803891"/>
                      <a:pt x="252690" y="2806431"/>
                      <a:pt x="244653" y="2803891"/>
                    </a:cubicBezTo>
                    <a:cubicBezTo>
                      <a:pt x="240944" y="2802621"/>
                      <a:pt x="237234" y="2801351"/>
                      <a:pt x="233525" y="2800081"/>
                    </a:cubicBezTo>
                    <a:cubicBezTo>
                      <a:pt x="231258" y="2800081"/>
                      <a:pt x="229197" y="2801351"/>
                      <a:pt x="226930" y="2801351"/>
                    </a:cubicBezTo>
                    <a:cubicBezTo>
                      <a:pt x="221160" y="2800081"/>
                      <a:pt x="205292" y="2801351"/>
                      <a:pt x="199522" y="2800081"/>
                    </a:cubicBezTo>
                    <a:cubicBezTo>
                      <a:pt x="195400" y="2798811"/>
                      <a:pt x="112968" y="2807701"/>
                      <a:pt x="108846" y="2806431"/>
                    </a:cubicBezTo>
                    <a:cubicBezTo>
                      <a:pt x="107816" y="2806431"/>
                      <a:pt x="106579" y="2807701"/>
                      <a:pt x="105549" y="2807701"/>
                    </a:cubicBezTo>
                    <a:cubicBezTo>
                      <a:pt x="103076" y="2807701"/>
                      <a:pt x="100809" y="2808971"/>
                      <a:pt x="98336" y="2808971"/>
                    </a:cubicBezTo>
                    <a:cubicBezTo>
                      <a:pt x="92154" y="2808971"/>
                      <a:pt x="86177" y="2807701"/>
                      <a:pt x="79995" y="2806431"/>
                    </a:cubicBezTo>
                    <a:cubicBezTo>
                      <a:pt x="76285" y="2805161"/>
                      <a:pt x="72576" y="2803891"/>
                      <a:pt x="69073" y="2802621"/>
                    </a:cubicBezTo>
                    <a:cubicBezTo>
                      <a:pt x="62478" y="2801351"/>
                      <a:pt x="55883" y="2800081"/>
                      <a:pt x="44665" y="2800081"/>
                    </a:cubicBezTo>
                    <a:cubicBezTo>
                      <a:pt x="34505" y="2800081"/>
                      <a:pt x="25615" y="2800081"/>
                      <a:pt x="15455" y="2798811"/>
                    </a:cubicBezTo>
                    <a:cubicBezTo>
                      <a:pt x="6565" y="2797541"/>
                      <a:pt x="1485" y="2791191"/>
                      <a:pt x="4025" y="2782301"/>
                    </a:cubicBezTo>
                    <a:cubicBezTo>
                      <a:pt x="12915" y="2750472"/>
                      <a:pt x="9105" y="2696721"/>
                      <a:pt x="7835" y="2640819"/>
                    </a:cubicBezTo>
                    <a:cubicBezTo>
                      <a:pt x="6565" y="2526867"/>
                      <a:pt x="2755" y="2415064"/>
                      <a:pt x="4025" y="2301112"/>
                    </a:cubicBezTo>
                    <a:cubicBezTo>
                      <a:pt x="1485" y="2159209"/>
                      <a:pt x="-3595" y="402620"/>
                      <a:pt x="4025" y="258567"/>
                    </a:cubicBezTo>
                    <a:cubicBezTo>
                      <a:pt x="5295" y="230616"/>
                      <a:pt x="4025" y="200515"/>
                      <a:pt x="5295" y="172565"/>
                    </a:cubicBezTo>
                    <a:cubicBezTo>
                      <a:pt x="6565" y="127414"/>
                      <a:pt x="9105" y="77963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50731" y="30480"/>
                      <a:pt x="54029" y="29210"/>
                    </a:cubicBezTo>
                    <a:cubicBezTo>
                      <a:pt x="59593" y="25400"/>
                      <a:pt x="65157" y="22860"/>
                      <a:pt x="70927" y="20320"/>
                    </a:cubicBezTo>
                    <a:cubicBezTo>
                      <a:pt x="74843" y="17780"/>
                      <a:pt x="78758" y="16510"/>
                      <a:pt x="82468" y="13970"/>
                    </a:cubicBezTo>
                    <a:cubicBezTo>
                      <a:pt x="86177" y="11430"/>
                      <a:pt x="90093" y="8890"/>
                      <a:pt x="93802" y="8890"/>
                    </a:cubicBezTo>
                    <a:cubicBezTo>
                      <a:pt x="97924" y="7620"/>
                      <a:pt x="102046" y="10160"/>
                      <a:pt x="106167" y="8890"/>
                    </a:cubicBezTo>
                    <a:cubicBezTo>
                      <a:pt x="111319" y="8890"/>
                      <a:pt x="204674" y="6350"/>
                      <a:pt x="209826" y="5080"/>
                    </a:cubicBezTo>
                    <a:cubicBezTo>
                      <a:pt x="214772" y="3810"/>
                      <a:pt x="219718" y="2540"/>
                      <a:pt x="224870" y="2540"/>
                    </a:cubicBezTo>
                    <a:cubicBezTo>
                      <a:pt x="233319" y="1270"/>
                      <a:pt x="241562" y="0"/>
                      <a:pt x="250011" y="0"/>
                    </a:cubicBezTo>
                    <a:cubicBezTo>
                      <a:pt x="253515" y="0"/>
                      <a:pt x="257224" y="2540"/>
                      <a:pt x="260728" y="2540"/>
                    </a:cubicBezTo>
                    <a:cubicBezTo>
                      <a:pt x="270413" y="3810"/>
                      <a:pt x="280305" y="5080"/>
                      <a:pt x="289991" y="7620"/>
                    </a:cubicBezTo>
                    <a:cubicBezTo>
                      <a:pt x="295143" y="8890"/>
                      <a:pt x="300295" y="12700"/>
                      <a:pt x="305447" y="16510"/>
                    </a:cubicBezTo>
                    <a:cubicBezTo>
                      <a:pt x="306684" y="16510"/>
                      <a:pt x="307920" y="16510"/>
                      <a:pt x="308950" y="16510"/>
                    </a:cubicBezTo>
                    <a:cubicBezTo>
                      <a:pt x="316029" y="17780"/>
                      <a:pt x="324919" y="20320"/>
                      <a:pt x="335079" y="21590"/>
                    </a:cubicBezTo>
                    <a:close/>
                    <a:moveTo>
                      <a:pt x="345239" y="2795001"/>
                    </a:moveTo>
                    <a:cubicBezTo>
                      <a:pt x="346509" y="2778491"/>
                      <a:pt x="347779" y="2765791"/>
                      <a:pt x="347779" y="2753091"/>
                    </a:cubicBezTo>
                    <a:cubicBezTo>
                      <a:pt x="346509" y="2632219"/>
                      <a:pt x="345239" y="2518267"/>
                      <a:pt x="345239" y="2395714"/>
                    </a:cubicBezTo>
                    <a:cubicBezTo>
                      <a:pt x="345239" y="2339813"/>
                      <a:pt x="347779" y="2283912"/>
                      <a:pt x="346509" y="2228010"/>
                    </a:cubicBezTo>
                    <a:cubicBezTo>
                      <a:pt x="346509" y="2176409"/>
                      <a:pt x="345239" y="2122658"/>
                      <a:pt x="343969" y="2071057"/>
                    </a:cubicBezTo>
                    <a:cubicBezTo>
                      <a:pt x="338889" y="1991505"/>
                      <a:pt x="327459" y="344568"/>
                      <a:pt x="327459" y="265017"/>
                    </a:cubicBezTo>
                    <a:cubicBezTo>
                      <a:pt x="324919" y="198365"/>
                      <a:pt x="322379" y="129564"/>
                      <a:pt x="319839" y="63500"/>
                    </a:cubicBezTo>
                    <a:cubicBezTo>
                      <a:pt x="318569" y="44450"/>
                      <a:pt x="317299" y="43180"/>
                      <a:pt x="308332" y="41910"/>
                    </a:cubicBezTo>
                    <a:cubicBezTo>
                      <a:pt x="307714" y="41910"/>
                      <a:pt x="307302" y="41910"/>
                      <a:pt x="306684" y="40640"/>
                    </a:cubicBezTo>
                    <a:cubicBezTo>
                      <a:pt x="301532" y="36830"/>
                      <a:pt x="296173" y="31750"/>
                      <a:pt x="291021" y="30480"/>
                    </a:cubicBezTo>
                    <a:cubicBezTo>
                      <a:pt x="278451" y="26670"/>
                      <a:pt x="265674" y="25400"/>
                      <a:pt x="253103" y="22860"/>
                    </a:cubicBezTo>
                    <a:cubicBezTo>
                      <a:pt x="251248" y="22860"/>
                      <a:pt x="249187" y="22860"/>
                      <a:pt x="247332" y="22860"/>
                    </a:cubicBezTo>
                    <a:cubicBezTo>
                      <a:pt x="244241" y="22860"/>
                      <a:pt x="241150" y="22860"/>
                      <a:pt x="238265" y="22860"/>
                    </a:cubicBezTo>
                    <a:cubicBezTo>
                      <a:pt x="231670" y="22860"/>
                      <a:pt x="225076" y="22860"/>
                      <a:pt x="218687" y="24130"/>
                    </a:cubicBezTo>
                    <a:cubicBezTo>
                      <a:pt x="213123" y="25400"/>
                      <a:pt x="119356" y="29210"/>
                      <a:pt x="113792" y="29210"/>
                    </a:cubicBezTo>
                    <a:cubicBezTo>
                      <a:pt x="104725" y="29210"/>
                      <a:pt x="95657" y="26670"/>
                      <a:pt x="86589" y="33020"/>
                    </a:cubicBezTo>
                    <a:cubicBezTo>
                      <a:pt x="81850" y="36830"/>
                      <a:pt x="77316" y="36830"/>
                      <a:pt x="72782" y="38100"/>
                    </a:cubicBezTo>
                    <a:cubicBezTo>
                      <a:pt x="64951" y="41910"/>
                      <a:pt x="57120" y="45720"/>
                      <a:pt x="45935" y="50800"/>
                    </a:cubicBezTo>
                    <a:cubicBezTo>
                      <a:pt x="33235" y="50800"/>
                      <a:pt x="30695" y="53340"/>
                      <a:pt x="29425" y="71512"/>
                    </a:cubicBezTo>
                    <a:cubicBezTo>
                      <a:pt x="28155" y="110213"/>
                      <a:pt x="28155" y="148914"/>
                      <a:pt x="26885" y="187615"/>
                    </a:cubicBezTo>
                    <a:cubicBezTo>
                      <a:pt x="25615" y="252117"/>
                      <a:pt x="23075" y="314468"/>
                      <a:pt x="21805" y="378969"/>
                    </a:cubicBezTo>
                    <a:cubicBezTo>
                      <a:pt x="16725" y="447771"/>
                      <a:pt x="23075" y="2129108"/>
                      <a:pt x="25615" y="2197910"/>
                    </a:cubicBezTo>
                    <a:cubicBezTo>
                      <a:pt x="25615" y="2271011"/>
                      <a:pt x="25615" y="2346263"/>
                      <a:pt x="26885" y="2419365"/>
                    </a:cubicBezTo>
                    <a:cubicBezTo>
                      <a:pt x="26885" y="2473116"/>
                      <a:pt x="29425" y="2526867"/>
                      <a:pt x="29425" y="2580618"/>
                    </a:cubicBezTo>
                    <a:cubicBezTo>
                      <a:pt x="29425" y="2638670"/>
                      <a:pt x="29425" y="2696721"/>
                      <a:pt x="28155" y="2753091"/>
                    </a:cubicBezTo>
                    <a:cubicBezTo>
                      <a:pt x="28155" y="2756901"/>
                      <a:pt x="28155" y="2759441"/>
                      <a:pt x="28155" y="2763251"/>
                    </a:cubicBezTo>
                    <a:cubicBezTo>
                      <a:pt x="28155" y="2773411"/>
                      <a:pt x="31965" y="2777221"/>
                      <a:pt x="40855" y="2777221"/>
                    </a:cubicBezTo>
                    <a:cubicBezTo>
                      <a:pt x="51144" y="2777221"/>
                      <a:pt x="54029" y="2778491"/>
                      <a:pt x="56708" y="2778491"/>
                    </a:cubicBezTo>
                    <a:cubicBezTo>
                      <a:pt x="60623" y="2778491"/>
                      <a:pt x="64745" y="2775951"/>
                      <a:pt x="68660" y="2778491"/>
                    </a:cubicBezTo>
                    <a:cubicBezTo>
                      <a:pt x="75049" y="2782301"/>
                      <a:pt x="81437" y="2784841"/>
                      <a:pt x="87826" y="2783571"/>
                    </a:cubicBezTo>
                    <a:cubicBezTo>
                      <a:pt x="91948" y="2782301"/>
                      <a:pt x="95863" y="2784841"/>
                      <a:pt x="99985" y="2784841"/>
                    </a:cubicBezTo>
                    <a:cubicBezTo>
                      <a:pt x="105961" y="2784841"/>
                      <a:pt x="111937" y="2783571"/>
                      <a:pt x="117914" y="2784841"/>
                    </a:cubicBezTo>
                    <a:cubicBezTo>
                      <a:pt x="126775" y="2786111"/>
                      <a:pt x="224045" y="2775951"/>
                      <a:pt x="233113" y="2778491"/>
                    </a:cubicBezTo>
                    <a:cubicBezTo>
                      <a:pt x="237028" y="2779761"/>
                      <a:pt x="240944" y="2781031"/>
                      <a:pt x="244653" y="2781031"/>
                    </a:cubicBezTo>
                    <a:cubicBezTo>
                      <a:pt x="251454" y="2783571"/>
                      <a:pt x="258049" y="2779761"/>
                      <a:pt x="264849" y="2783571"/>
                    </a:cubicBezTo>
                    <a:cubicBezTo>
                      <a:pt x="270413" y="2786111"/>
                      <a:pt x="275978" y="2786111"/>
                      <a:pt x="281542" y="2788651"/>
                    </a:cubicBezTo>
                    <a:cubicBezTo>
                      <a:pt x="289785" y="2792461"/>
                      <a:pt x="298028" y="2795001"/>
                      <a:pt x="306271" y="2796271"/>
                    </a:cubicBezTo>
                    <a:cubicBezTo>
                      <a:pt x="309363" y="2796271"/>
                      <a:pt x="324919" y="2795001"/>
                      <a:pt x="345239" y="2795001"/>
                    </a:cubicBezTo>
                    <a:close/>
                  </a:path>
                </a:pathLst>
              </a:custGeom>
              <a:solidFill>
                <a:srgbClr val="3E3B39"/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true" flipV="false" rot="10270746">
            <a:off x="-1826448" y="-5196895"/>
            <a:ext cx="13553718" cy="7522314"/>
          </a:xfrm>
          <a:custGeom>
            <a:avLst/>
            <a:gdLst/>
            <a:ahLst/>
            <a:cxnLst/>
            <a:rect r="r" b="b" t="t" l="l"/>
            <a:pathLst>
              <a:path h="7522314" w="13553718">
                <a:moveTo>
                  <a:pt x="13553718" y="0"/>
                </a:moveTo>
                <a:lnTo>
                  <a:pt x="0" y="0"/>
                </a:lnTo>
                <a:lnTo>
                  <a:pt x="0" y="7522314"/>
                </a:lnTo>
                <a:lnTo>
                  <a:pt x="13553718" y="7522314"/>
                </a:lnTo>
                <a:lnTo>
                  <a:pt x="135537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259778">
            <a:off x="9412493" y="3656963"/>
            <a:ext cx="1399219" cy="365968"/>
            <a:chOff x="0" y="0"/>
            <a:chExt cx="376563" cy="984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6563" cy="98491"/>
            </a:xfrm>
            <a:custGeom>
              <a:avLst/>
              <a:gdLst/>
              <a:ahLst/>
              <a:cxnLst/>
              <a:rect r="r" b="b" t="t" l="l"/>
              <a:pathLst>
                <a:path h="98491" w="376563">
                  <a:moveTo>
                    <a:pt x="0" y="0"/>
                  </a:moveTo>
                  <a:lnTo>
                    <a:pt x="376563" y="0"/>
                  </a:lnTo>
                  <a:lnTo>
                    <a:pt x="376563" y="98491"/>
                  </a:lnTo>
                  <a:lnTo>
                    <a:pt x="0" y="984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76563" cy="117541"/>
            </a:xfrm>
            <a:prstGeom prst="rect">
              <a:avLst/>
            </a:prstGeom>
          </p:spPr>
          <p:txBody>
            <a:bodyPr anchor="ctr" rtlCol="false" tIns="49715" lIns="49715" bIns="49715" rIns="49715"/>
            <a:lstStyle/>
            <a:p>
              <a:pPr algn="ctr">
                <a:lnSpc>
                  <a:spcPts val="25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59295">
            <a:off x="3785573" y="1543356"/>
            <a:ext cx="3131611" cy="1239337"/>
            <a:chOff x="0" y="0"/>
            <a:chExt cx="4175481" cy="1652449"/>
          </a:xfrm>
        </p:grpSpPr>
        <p:grpSp>
          <p:nvGrpSpPr>
            <p:cNvPr name="Group 16" id="16"/>
            <p:cNvGrpSpPr/>
            <p:nvPr/>
          </p:nvGrpSpPr>
          <p:grpSpPr>
            <a:xfrm rot="-88878">
              <a:off x="17683" y="177562"/>
              <a:ext cx="4140115" cy="1421612"/>
              <a:chOff x="0" y="0"/>
              <a:chExt cx="745817" cy="25609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745817" cy="256095"/>
              </a:xfrm>
              <a:custGeom>
                <a:avLst/>
                <a:gdLst/>
                <a:ahLst/>
                <a:cxnLst/>
                <a:rect r="r" b="b" t="t" l="l"/>
                <a:pathLst>
                  <a:path h="256095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256095"/>
                    </a:lnTo>
                    <a:lnTo>
                      <a:pt x="0" y="256095"/>
                    </a:lnTo>
                    <a:close/>
                  </a:path>
                </a:pathLst>
              </a:custGeom>
              <a:solidFill>
                <a:srgbClr val="D4663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745817" cy="275145"/>
              </a:xfrm>
              <a:prstGeom prst="rect">
                <a:avLst/>
              </a:prstGeom>
            </p:spPr>
            <p:txBody>
              <a:bodyPr anchor="ctr" rtlCol="false" tIns="49715" lIns="49715" bIns="49715" rIns="49715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325358" y="0"/>
              <a:ext cx="1500389" cy="390570"/>
              <a:chOff x="0" y="0"/>
              <a:chExt cx="296373" cy="7715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96373" cy="77150"/>
              </a:xfrm>
              <a:custGeom>
                <a:avLst/>
                <a:gdLst/>
                <a:ahLst/>
                <a:cxnLst/>
                <a:rect r="r" b="b" t="t" l="l"/>
                <a:pathLst>
                  <a:path h="77150" w="296373">
                    <a:moveTo>
                      <a:pt x="0" y="0"/>
                    </a:moveTo>
                    <a:lnTo>
                      <a:pt x="296373" y="0"/>
                    </a:lnTo>
                    <a:lnTo>
                      <a:pt x="296373" y="77150"/>
                    </a:lnTo>
                    <a:lnTo>
                      <a:pt x="0" y="77150"/>
                    </a:lnTo>
                    <a:close/>
                  </a:path>
                </a:pathLst>
              </a:custGeom>
              <a:solidFill>
                <a:srgbClr val="34373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296373" cy="105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30906" y="630219"/>
              <a:ext cx="308929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FFF8ED"/>
                  </a:solidFill>
                  <a:latin typeface="芫荽"/>
                  <a:ea typeface="芫荽"/>
                  <a:cs typeface="芫荽"/>
                  <a:sym typeface="芫荽"/>
                </a:rPr>
                <a:t>額滿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1217788">
            <a:off x="-1175300" y="7983171"/>
            <a:ext cx="8427058" cy="4677017"/>
          </a:xfrm>
          <a:custGeom>
            <a:avLst/>
            <a:gdLst/>
            <a:ahLst/>
            <a:cxnLst/>
            <a:rect r="r" b="b" t="t" l="l"/>
            <a:pathLst>
              <a:path h="4677017" w="8427058">
                <a:moveTo>
                  <a:pt x="0" y="0"/>
                </a:moveTo>
                <a:lnTo>
                  <a:pt x="8427058" y="0"/>
                </a:lnTo>
                <a:lnTo>
                  <a:pt x="8427058" y="4677017"/>
                </a:lnTo>
                <a:lnTo>
                  <a:pt x="0" y="46770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0" y="3083157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9" y="0"/>
                </a:lnTo>
                <a:lnTo>
                  <a:pt x="11301259" y="2994833"/>
                </a:lnTo>
                <a:lnTo>
                  <a:pt x="0" y="2994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300403" y="6666788"/>
            <a:ext cx="11835197" cy="2633331"/>
          </a:xfrm>
          <a:custGeom>
            <a:avLst/>
            <a:gdLst/>
            <a:ahLst/>
            <a:cxnLst/>
            <a:rect r="r" b="b" t="t" l="l"/>
            <a:pathLst>
              <a:path h="2633331" w="11835197">
                <a:moveTo>
                  <a:pt x="0" y="0"/>
                </a:moveTo>
                <a:lnTo>
                  <a:pt x="11835197" y="0"/>
                </a:lnTo>
                <a:lnTo>
                  <a:pt x="11835197" y="2633331"/>
                </a:lnTo>
                <a:lnTo>
                  <a:pt x="0" y="2633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557916">
            <a:off x="12835410" y="5458322"/>
            <a:ext cx="3131611" cy="1239337"/>
            <a:chOff x="0" y="0"/>
            <a:chExt cx="4175481" cy="1652449"/>
          </a:xfrm>
        </p:grpSpPr>
        <p:grpSp>
          <p:nvGrpSpPr>
            <p:cNvPr name="Group 27" id="27"/>
            <p:cNvGrpSpPr/>
            <p:nvPr/>
          </p:nvGrpSpPr>
          <p:grpSpPr>
            <a:xfrm rot="-88878">
              <a:off x="17683" y="177562"/>
              <a:ext cx="4140115" cy="1421612"/>
              <a:chOff x="0" y="0"/>
              <a:chExt cx="745817" cy="25609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45817" cy="256095"/>
              </a:xfrm>
              <a:custGeom>
                <a:avLst/>
                <a:gdLst/>
                <a:ahLst/>
                <a:cxnLst/>
                <a:rect r="r" b="b" t="t" l="l"/>
                <a:pathLst>
                  <a:path h="256095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256095"/>
                    </a:lnTo>
                    <a:lnTo>
                      <a:pt x="0" y="256095"/>
                    </a:lnTo>
                    <a:close/>
                  </a:path>
                </a:pathLst>
              </a:custGeom>
              <a:solidFill>
                <a:srgbClr val="E5B545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745817" cy="275145"/>
              </a:xfrm>
              <a:prstGeom prst="rect">
                <a:avLst/>
              </a:prstGeom>
            </p:spPr>
            <p:txBody>
              <a:bodyPr anchor="ctr" rtlCol="false" tIns="49715" lIns="49715" bIns="49715" rIns="49715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325358" y="0"/>
              <a:ext cx="1500389" cy="390570"/>
              <a:chOff x="0" y="0"/>
              <a:chExt cx="296373" cy="7715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96373" cy="77150"/>
              </a:xfrm>
              <a:custGeom>
                <a:avLst/>
                <a:gdLst/>
                <a:ahLst/>
                <a:cxnLst/>
                <a:rect r="r" b="b" t="t" l="l"/>
                <a:pathLst>
                  <a:path h="77150" w="296373">
                    <a:moveTo>
                      <a:pt x="0" y="0"/>
                    </a:moveTo>
                    <a:lnTo>
                      <a:pt x="296373" y="0"/>
                    </a:lnTo>
                    <a:lnTo>
                      <a:pt x="296373" y="77150"/>
                    </a:lnTo>
                    <a:lnTo>
                      <a:pt x="0" y="77150"/>
                    </a:lnTo>
                    <a:close/>
                  </a:path>
                </a:pathLst>
              </a:custGeom>
              <a:solidFill>
                <a:srgbClr val="343731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296373" cy="105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530906" y="630219"/>
              <a:ext cx="308929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343731"/>
                  </a:solidFill>
                  <a:latin typeface="芫荽"/>
                  <a:ea typeface="芫荽"/>
                  <a:cs typeface="芫荽"/>
                  <a:sym typeface="芫荽"/>
                </a:rPr>
                <a:t>未滿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564244" y="6666788"/>
            <a:ext cx="4290622" cy="3310792"/>
          </a:xfrm>
          <a:custGeom>
            <a:avLst/>
            <a:gdLst/>
            <a:ahLst/>
            <a:cxnLst/>
            <a:rect r="r" b="b" t="t" l="l"/>
            <a:pathLst>
              <a:path h="3310792" w="4290622">
                <a:moveTo>
                  <a:pt x="0" y="0"/>
                </a:moveTo>
                <a:lnTo>
                  <a:pt x="4290621" y="0"/>
                </a:lnTo>
                <a:lnTo>
                  <a:pt x="4290621" y="3310792"/>
                </a:lnTo>
                <a:lnTo>
                  <a:pt x="0" y="33107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221198">
            <a:off x="3132188" y="5904201"/>
            <a:ext cx="3131611" cy="1239337"/>
            <a:chOff x="0" y="0"/>
            <a:chExt cx="4175481" cy="1652449"/>
          </a:xfrm>
        </p:grpSpPr>
        <p:grpSp>
          <p:nvGrpSpPr>
            <p:cNvPr name="Group 36" id="36"/>
            <p:cNvGrpSpPr/>
            <p:nvPr/>
          </p:nvGrpSpPr>
          <p:grpSpPr>
            <a:xfrm rot="-88878">
              <a:off x="17683" y="177562"/>
              <a:ext cx="4140115" cy="1421612"/>
              <a:chOff x="0" y="0"/>
              <a:chExt cx="745817" cy="25609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745817" cy="256095"/>
              </a:xfrm>
              <a:custGeom>
                <a:avLst/>
                <a:gdLst/>
                <a:ahLst/>
                <a:cxnLst/>
                <a:rect r="r" b="b" t="t" l="l"/>
                <a:pathLst>
                  <a:path h="256095" w="745817">
                    <a:moveTo>
                      <a:pt x="0" y="0"/>
                    </a:moveTo>
                    <a:lnTo>
                      <a:pt x="745817" y="0"/>
                    </a:lnTo>
                    <a:lnTo>
                      <a:pt x="745817" y="256095"/>
                    </a:lnTo>
                    <a:lnTo>
                      <a:pt x="0" y="256095"/>
                    </a:ln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19050"/>
                <a:ext cx="745817" cy="275145"/>
              </a:xfrm>
              <a:prstGeom prst="rect">
                <a:avLst/>
              </a:prstGeom>
            </p:spPr>
            <p:txBody>
              <a:bodyPr anchor="ctr" rtlCol="false" tIns="49715" lIns="49715" bIns="49715" rIns="49715"/>
              <a:lstStyle/>
              <a:p>
                <a:pPr algn="ctr">
                  <a:lnSpc>
                    <a:spcPts val="259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325358" y="0"/>
              <a:ext cx="1500389" cy="390570"/>
              <a:chOff x="0" y="0"/>
              <a:chExt cx="296373" cy="7715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96373" cy="77150"/>
              </a:xfrm>
              <a:custGeom>
                <a:avLst/>
                <a:gdLst/>
                <a:ahLst/>
                <a:cxnLst/>
                <a:rect r="r" b="b" t="t" l="l"/>
                <a:pathLst>
                  <a:path h="77150" w="296373">
                    <a:moveTo>
                      <a:pt x="0" y="0"/>
                    </a:moveTo>
                    <a:lnTo>
                      <a:pt x="296373" y="0"/>
                    </a:lnTo>
                    <a:lnTo>
                      <a:pt x="296373" y="77150"/>
                    </a:lnTo>
                    <a:lnTo>
                      <a:pt x="0" y="77150"/>
                    </a:lnTo>
                    <a:close/>
                  </a:path>
                </a:pathLst>
              </a:custGeom>
              <a:solidFill>
                <a:srgbClr val="343731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296373" cy="1057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30906" y="630219"/>
              <a:ext cx="3089292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00"/>
                </a:lnSpc>
              </a:pPr>
              <a:r>
                <a:rPr lang="en-US" sz="3000">
                  <a:solidFill>
                    <a:srgbClr val="343731"/>
                  </a:solidFill>
                  <a:latin typeface="芫荽"/>
                  <a:ea typeface="芫荽"/>
                  <a:cs typeface="芫荽"/>
                  <a:sym typeface="芫荽"/>
                </a:rPr>
                <a:t>報名成功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823530" y="658692"/>
            <a:ext cx="6420387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4999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功能展示－使用者端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472393" y="2409647"/>
            <a:ext cx="6663207" cy="177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</a:pPr>
            <a:r>
              <a:rPr lang="en-US" sz="3615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系統會算名額 ，如果名額還有，你才能填資料；如果滿了，報名按鈕就會自動鎖起來變紅色。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B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490484">
            <a:off x="12746235" y="-2338509"/>
            <a:ext cx="8427058" cy="4677017"/>
          </a:xfrm>
          <a:custGeom>
            <a:avLst/>
            <a:gdLst/>
            <a:ahLst/>
            <a:cxnLst/>
            <a:rect r="r" b="b" t="t" l="l"/>
            <a:pathLst>
              <a:path h="4677017" w="8427058">
                <a:moveTo>
                  <a:pt x="0" y="0"/>
                </a:moveTo>
                <a:lnTo>
                  <a:pt x="8427058" y="0"/>
                </a:lnTo>
                <a:lnTo>
                  <a:pt x="8427058" y="4677018"/>
                </a:lnTo>
                <a:lnTo>
                  <a:pt x="0" y="4677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22495">
            <a:off x="-3613700" y="7515888"/>
            <a:ext cx="8427058" cy="4677017"/>
          </a:xfrm>
          <a:custGeom>
            <a:avLst/>
            <a:gdLst/>
            <a:ahLst/>
            <a:cxnLst/>
            <a:rect r="r" b="b" t="t" l="l"/>
            <a:pathLst>
              <a:path h="4677017" w="8427058">
                <a:moveTo>
                  <a:pt x="0" y="0"/>
                </a:moveTo>
                <a:lnTo>
                  <a:pt x="8427058" y="0"/>
                </a:lnTo>
                <a:lnTo>
                  <a:pt x="8427058" y="4677017"/>
                </a:lnTo>
                <a:lnTo>
                  <a:pt x="0" y="467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913" y="2642064"/>
            <a:ext cx="6523962" cy="6894575"/>
          </a:xfrm>
          <a:custGeom>
            <a:avLst/>
            <a:gdLst/>
            <a:ahLst/>
            <a:cxnLst/>
            <a:rect r="r" b="b" t="t" l="l"/>
            <a:pathLst>
              <a:path h="6894575" w="6523962">
                <a:moveTo>
                  <a:pt x="0" y="0"/>
                </a:moveTo>
                <a:lnTo>
                  <a:pt x="6523962" y="0"/>
                </a:lnTo>
                <a:lnTo>
                  <a:pt x="6523962" y="6894575"/>
                </a:lnTo>
                <a:lnTo>
                  <a:pt x="0" y="6894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05" t="0" r="-470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86741" y="2284876"/>
            <a:ext cx="11301259" cy="2797062"/>
          </a:xfrm>
          <a:custGeom>
            <a:avLst/>
            <a:gdLst/>
            <a:ahLst/>
            <a:cxnLst/>
            <a:rect r="r" b="b" t="t" l="l"/>
            <a:pathLst>
              <a:path h="2797062" w="11301259">
                <a:moveTo>
                  <a:pt x="0" y="0"/>
                </a:moveTo>
                <a:lnTo>
                  <a:pt x="11301259" y="0"/>
                </a:lnTo>
                <a:lnTo>
                  <a:pt x="11301259" y="2797062"/>
                </a:lnTo>
                <a:lnTo>
                  <a:pt x="0" y="2797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86741" y="5281963"/>
            <a:ext cx="6569175" cy="1107820"/>
          </a:xfrm>
          <a:custGeom>
            <a:avLst/>
            <a:gdLst/>
            <a:ahLst/>
            <a:cxnLst/>
            <a:rect r="r" b="b" t="t" l="l"/>
            <a:pathLst>
              <a:path h="1107820" w="6569175">
                <a:moveTo>
                  <a:pt x="0" y="0"/>
                </a:moveTo>
                <a:lnTo>
                  <a:pt x="6569175" y="0"/>
                </a:lnTo>
                <a:lnTo>
                  <a:pt x="6569175" y="1107819"/>
                </a:lnTo>
                <a:lnTo>
                  <a:pt x="0" y="1107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151778" y="6586004"/>
            <a:ext cx="6751685" cy="1115234"/>
          </a:xfrm>
          <a:custGeom>
            <a:avLst/>
            <a:gdLst/>
            <a:ahLst/>
            <a:cxnLst/>
            <a:rect r="r" b="b" t="t" l="l"/>
            <a:pathLst>
              <a:path h="1115234" w="6751685">
                <a:moveTo>
                  <a:pt x="0" y="0"/>
                </a:moveTo>
                <a:lnTo>
                  <a:pt x="6751684" y="0"/>
                </a:lnTo>
                <a:lnTo>
                  <a:pt x="6751684" y="1115234"/>
                </a:lnTo>
                <a:lnTo>
                  <a:pt x="0" y="11152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178351" y="323834"/>
            <a:ext cx="5371584" cy="1759252"/>
          </a:xfrm>
          <a:custGeom>
            <a:avLst/>
            <a:gdLst/>
            <a:ahLst/>
            <a:cxnLst/>
            <a:rect r="r" b="b" t="t" l="l"/>
            <a:pathLst>
              <a:path h="1759252" w="5371584">
                <a:moveTo>
                  <a:pt x="0" y="0"/>
                </a:moveTo>
                <a:lnTo>
                  <a:pt x="5371584" y="0"/>
                </a:lnTo>
                <a:lnTo>
                  <a:pt x="5371584" y="1759252"/>
                </a:lnTo>
                <a:lnTo>
                  <a:pt x="0" y="17592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360951"/>
            <a:ext cx="964370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查詢與退選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2407" y="1193935"/>
            <a:ext cx="964370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  <a:spcBef>
                <a:spcPct val="0"/>
              </a:spcBef>
            </a:pPr>
            <a:r>
              <a:rPr lang="en-US" sz="47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按下取消報名後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41666" y="5412664"/>
            <a:ext cx="206261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  <a:spcBef>
                <a:spcPct val="0"/>
              </a:spcBef>
            </a:pPr>
            <a:r>
              <a:rPr lang="en-US" sz="47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(更新)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62689" y="6776908"/>
            <a:ext cx="255971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0"/>
              </a:lnSpc>
              <a:spcBef>
                <a:spcPct val="0"/>
              </a:spcBef>
            </a:pPr>
            <a:r>
              <a:rPr lang="en-US" sz="47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(更新前)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03875" y="7781562"/>
            <a:ext cx="11499959" cy="291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365" indent="-317682" lvl="1">
              <a:lnSpc>
                <a:spcPts val="3825"/>
              </a:lnSpc>
              <a:buFont typeface="Arial"/>
              <a:buChar char="•"/>
            </a:pPr>
            <a:r>
              <a:rPr lang="en-US" sz="2942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自動發送：同學只要一報名成功，系統會馬上自動寄信到他的 Gmail，通知他報名好了。</a:t>
            </a:r>
          </a:p>
          <a:p>
            <a:pPr algn="l" marL="635365" indent="-317682" lvl="1">
              <a:lnSpc>
                <a:spcPts val="3825"/>
              </a:lnSpc>
              <a:buFont typeface="Arial"/>
              <a:buChar char="•"/>
            </a:pPr>
            <a:r>
              <a:rPr lang="en-US" sz="2942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管理員補寄：我在後台還多做了一個按鈕。萬一同學沒收到信，管理員只要按一下，系統就會再寄一次。這對辦活動的人來說非常方便！」</a:t>
            </a:r>
          </a:p>
          <a:p>
            <a:pPr algn="l" marL="0" indent="0" lvl="0">
              <a:lnSpc>
                <a:spcPts val="3825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B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75576">
            <a:off x="-1010383" y="8210668"/>
            <a:ext cx="12782336" cy="7094196"/>
          </a:xfrm>
          <a:custGeom>
            <a:avLst/>
            <a:gdLst/>
            <a:ahLst/>
            <a:cxnLst/>
            <a:rect r="r" b="b" t="t" l="l"/>
            <a:pathLst>
              <a:path h="7094196" w="12782336">
                <a:moveTo>
                  <a:pt x="0" y="0"/>
                </a:moveTo>
                <a:lnTo>
                  <a:pt x="12782336" y="0"/>
                </a:lnTo>
                <a:lnTo>
                  <a:pt x="12782336" y="7094197"/>
                </a:lnTo>
                <a:lnTo>
                  <a:pt x="0" y="709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725107">
            <a:off x="4955065" y="-7819538"/>
            <a:ext cx="17480925" cy="9701913"/>
          </a:xfrm>
          <a:custGeom>
            <a:avLst/>
            <a:gdLst/>
            <a:ahLst/>
            <a:cxnLst/>
            <a:rect r="r" b="b" t="t" l="l"/>
            <a:pathLst>
              <a:path h="9701913" w="17480925">
                <a:moveTo>
                  <a:pt x="0" y="0"/>
                </a:moveTo>
                <a:lnTo>
                  <a:pt x="17480925" y="0"/>
                </a:lnTo>
                <a:lnTo>
                  <a:pt x="17480925" y="9701913"/>
                </a:lnTo>
                <a:lnTo>
                  <a:pt x="0" y="9701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9107" y="2205847"/>
            <a:ext cx="7271085" cy="7914106"/>
          </a:xfrm>
          <a:custGeom>
            <a:avLst/>
            <a:gdLst/>
            <a:ahLst/>
            <a:cxnLst/>
            <a:rect r="r" b="b" t="t" l="l"/>
            <a:pathLst>
              <a:path h="7914106" w="7271085">
                <a:moveTo>
                  <a:pt x="0" y="0"/>
                </a:moveTo>
                <a:lnTo>
                  <a:pt x="7271084" y="0"/>
                </a:lnTo>
                <a:lnTo>
                  <a:pt x="7271084" y="7914105"/>
                </a:lnTo>
                <a:lnTo>
                  <a:pt x="0" y="7914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05099" y="2071623"/>
            <a:ext cx="8847274" cy="2000161"/>
          </a:xfrm>
          <a:custGeom>
            <a:avLst/>
            <a:gdLst/>
            <a:ahLst/>
            <a:cxnLst/>
            <a:rect r="r" b="b" t="t" l="l"/>
            <a:pathLst>
              <a:path h="2000161" w="8847274">
                <a:moveTo>
                  <a:pt x="0" y="0"/>
                </a:moveTo>
                <a:lnTo>
                  <a:pt x="8847274" y="0"/>
                </a:lnTo>
                <a:lnTo>
                  <a:pt x="8847274" y="2000161"/>
                </a:lnTo>
                <a:lnTo>
                  <a:pt x="0" y="200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9395" r="0" b="-193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2283" y="1019175"/>
            <a:ext cx="964370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查詢與退選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10191" y="1285875"/>
            <a:ext cx="9643707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4300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年齡層統計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17168" y="5114925"/>
            <a:ext cx="3990659" cy="4672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3198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管理員進到後台後，可以隨時改公告或是活動內容 。</a:t>
            </a:r>
          </a:p>
          <a:p>
            <a:pPr algn="l" marL="0" indent="0" lvl="0">
              <a:lnSpc>
                <a:spcPts val="4157"/>
              </a:lnSpc>
            </a:pPr>
            <a:r>
              <a:rPr lang="en-US" sz="3198">
                <a:solidFill>
                  <a:srgbClr val="3E3B39"/>
                </a:solidFill>
                <a:latin typeface="Arial Unicode"/>
                <a:ea typeface="Arial Unicode"/>
                <a:cs typeface="Arial Unicode"/>
                <a:sym typeface="Arial Unicode"/>
              </a:rPr>
              <a:t>系統還會自動幫忙算報名的人幾歲 ，像這裡可以看到有多少人是年輕人、多少人是長輩，讓管理員一眼就看懂報名情況 。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05099" y="4195609"/>
            <a:ext cx="6164119" cy="5923400"/>
          </a:xfrm>
          <a:custGeom>
            <a:avLst/>
            <a:gdLst/>
            <a:ahLst/>
            <a:cxnLst/>
            <a:rect r="r" b="b" t="t" l="l"/>
            <a:pathLst>
              <a:path h="5923400" w="6164119">
                <a:moveTo>
                  <a:pt x="0" y="0"/>
                </a:moveTo>
                <a:lnTo>
                  <a:pt x="6164119" y="0"/>
                </a:lnTo>
                <a:lnTo>
                  <a:pt x="6164119" y="5923400"/>
                </a:lnTo>
                <a:lnTo>
                  <a:pt x="0" y="5923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17168" y="4187027"/>
            <a:ext cx="9643707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60"/>
              </a:lnSpc>
              <a:spcBef>
                <a:spcPct val="0"/>
              </a:spcBef>
            </a:pPr>
            <a:r>
              <a:rPr lang="en-US" sz="4300" strike="noStrike" u="none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 管理者後台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638764">
            <a:off x="7820442" y="-7635739"/>
            <a:ext cx="17480925" cy="9701913"/>
          </a:xfrm>
          <a:custGeom>
            <a:avLst/>
            <a:gdLst/>
            <a:ahLst/>
            <a:cxnLst/>
            <a:rect r="r" b="b" t="t" l="l"/>
            <a:pathLst>
              <a:path h="9701913" w="17480925">
                <a:moveTo>
                  <a:pt x="0" y="0"/>
                </a:moveTo>
                <a:lnTo>
                  <a:pt x="17480925" y="0"/>
                </a:lnTo>
                <a:lnTo>
                  <a:pt x="17480925" y="9701913"/>
                </a:lnTo>
                <a:lnTo>
                  <a:pt x="0" y="97019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17788">
            <a:off x="-1175300" y="7983171"/>
            <a:ext cx="8427058" cy="4677017"/>
          </a:xfrm>
          <a:custGeom>
            <a:avLst/>
            <a:gdLst/>
            <a:ahLst/>
            <a:cxnLst/>
            <a:rect r="r" b="b" t="t" l="l"/>
            <a:pathLst>
              <a:path h="4677017" w="8427058">
                <a:moveTo>
                  <a:pt x="0" y="0"/>
                </a:moveTo>
                <a:lnTo>
                  <a:pt x="8427058" y="0"/>
                </a:lnTo>
                <a:lnTo>
                  <a:pt x="8427058" y="4677017"/>
                </a:lnTo>
                <a:lnTo>
                  <a:pt x="0" y="4677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7968" y="86644"/>
            <a:ext cx="10584267" cy="9949211"/>
          </a:xfrm>
          <a:custGeom>
            <a:avLst/>
            <a:gdLst/>
            <a:ahLst/>
            <a:cxnLst/>
            <a:rect r="r" b="b" t="t" l="l"/>
            <a:pathLst>
              <a:path h="9949211" w="10584267">
                <a:moveTo>
                  <a:pt x="0" y="0"/>
                </a:moveTo>
                <a:lnTo>
                  <a:pt x="10584267" y="0"/>
                </a:lnTo>
                <a:lnTo>
                  <a:pt x="10584267" y="9949211"/>
                </a:lnTo>
                <a:lnTo>
                  <a:pt x="0" y="9949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0453" y="93772"/>
            <a:ext cx="10531782" cy="1036736"/>
            <a:chOff x="0" y="0"/>
            <a:chExt cx="2773803" cy="273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3803" cy="273050"/>
            </a:xfrm>
            <a:custGeom>
              <a:avLst/>
              <a:gdLst/>
              <a:ahLst/>
              <a:cxnLst/>
              <a:rect r="r" b="b" t="t" l="l"/>
              <a:pathLst>
                <a:path h="273050" w="2773803">
                  <a:moveTo>
                    <a:pt x="0" y="0"/>
                  </a:moveTo>
                  <a:lnTo>
                    <a:pt x="2773803" y="0"/>
                  </a:lnTo>
                  <a:lnTo>
                    <a:pt x="2773803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73803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0453" y="1333079"/>
            <a:ext cx="10326597" cy="1036736"/>
            <a:chOff x="0" y="0"/>
            <a:chExt cx="2719762" cy="273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19762" cy="273050"/>
            </a:xfrm>
            <a:custGeom>
              <a:avLst/>
              <a:gdLst/>
              <a:ahLst/>
              <a:cxnLst/>
              <a:rect r="r" b="b" t="t" l="l"/>
              <a:pathLst>
                <a:path h="273050" w="2719762">
                  <a:moveTo>
                    <a:pt x="0" y="0"/>
                  </a:moveTo>
                  <a:lnTo>
                    <a:pt x="2719762" y="0"/>
                  </a:lnTo>
                  <a:lnTo>
                    <a:pt x="2719762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19762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26442" y="612140"/>
            <a:ext cx="6794618" cy="1036736"/>
            <a:chOff x="0" y="0"/>
            <a:chExt cx="1789529" cy="273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9529" cy="273050"/>
            </a:xfrm>
            <a:custGeom>
              <a:avLst/>
              <a:gdLst/>
              <a:ahLst/>
              <a:cxnLst/>
              <a:rect r="r" b="b" t="t" l="l"/>
              <a:pathLst>
                <a:path h="273050" w="1789529">
                  <a:moveTo>
                    <a:pt x="0" y="0"/>
                  </a:moveTo>
                  <a:lnTo>
                    <a:pt x="1789529" y="0"/>
                  </a:lnTo>
                  <a:lnTo>
                    <a:pt x="1789529" y="273050"/>
                  </a:lnTo>
                  <a:lnTo>
                    <a:pt x="0" y="2730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789529" cy="320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19"/>
                </a:lnSpc>
              </a:pPr>
              <a:r>
                <a:rPr lang="en-US" sz="43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活動報名系統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42579" y="2572386"/>
            <a:ext cx="1778481" cy="584163"/>
            <a:chOff x="0" y="0"/>
            <a:chExt cx="812800" cy="2669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266974"/>
            </a:xfrm>
            <a:custGeom>
              <a:avLst/>
              <a:gdLst/>
              <a:ahLst/>
              <a:cxnLst/>
              <a:rect r="r" b="b" t="t" l="l"/>
              <a:pathLst>
                <a:path h="266974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139974"/>
                  </a:lnTo>
                  <a:cubicBezTo>
                    <a:pt x="812800" y="173656"/>
                    <a:pt x="799420" y="205959"/>
                    <a:pt x="775603" y="229776"/>
                  </a:cubicBezTo>
                  <a:cubicBezTo>
                    <a:pt x="751785" y="253593"/>
                    <a:pt x="719482" y="266974"/>
                    <a:pt x="685800" y="266974"/>
                  </a:cubicBezTo>
                  <a:lnTo>
                    <a:pt x="127000" y="266974"/>
                  </a:lnTo>
                  <a:cubicBezTo>
                    <a:pt x="56860" y="266974"/>
                    <a:pt x="0" y="210114"/>
                    <a:pt x="0" y="139974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F9B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812800" cy="286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9"/>
                </a:lnSpc>
              </a:pPr>
              <a:r>
                <a:rPr lang="en-US" sz="2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管理者登入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32083" y="2657548"/>
            <a:ext cx="1407632" cy="496455"/>
            <a:chOff x="0" y="0"/>
            <a:chExt cx="643315" cy="2268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3315" cy="226890"/>
            </a:xfrm>
            <a:custGeom>
              <a:avLst/>
              <a:gdLst/>
              <a:ahLst/>
              <a:cxnLst/>
              <a:rect r="r" b="b" t="t" l="l"/>
              <a:pathLst>
                <a:path h="226890" w="643315">
                  <a:moveTo>
                    <a:pt x="113445" y="0"/>
                  </a:moveTo>
                  <a:lnTo>
                    <a:pt x="529870" y="0"/>
                  </a:lnTo>
                  <a:cubicBezTo>
                    <a:pt x="559957" y="0"/>
                    <a:pt x="588813" y="11952"/>
                    <a:pt x="610088" y="33227"/>
                  </a:cubicBezTo>
                  <a:cubicBezTo>
                    <a:pt x="631363" y="54502"/>
                    <a:pt x="643315" y="83357"/>
                    <a:pt x="643315" y="113445"/>
                  </a:cubicBezTo>
                  <a:lnTo>
                    <a:pt x="643315" y="113445"/>
                  </a:lnTo>
                  <a:cubicBezTo>
                    <a:pt x="643315" y="143532"/>
                    <a:pt x="631363" y="172387"/>
                    <a:pt x="610088" y="193662"/>
                  </a:cubicBezTo>
                  <a:cubicBezTo>
                    <a:pt x="588813" y="214937"/>
                    <a:pt x="559957" y="226890"/>
                    <a:pt x="529870" y="226890"/>
                  </a:cubicBezTo>
                  <a:lnTo>
                    <a:pt x="113445" y="226890"/>
                  </a:lnTo>
                  <a:cubicBezTo>
                    <a:pt x="83357" y="226890"/>
                    <a:pt x="54502" y="214937"/>
                    <a:pt x="33227" y="193662"/>
                  </a:cubicBezTo>
                  <a:cubicBezTo>
                    <a:pt x="11952" y="172387"/>
                    <a:pt x="0" y="143532"/>
                    <a:pt x="0" y="113445"/>
                  </a:cubicBezTo>
                  <a:lnTo>
                    <a:pt x="0" y="113445"/>
                  </a:lnTo>
                  <a:cubicBezTo>
                    <a:pt x="0" y="83357"/>
                    <a:pt x="11952" y="54502"/>
                    <a:pt x="33227" y="33227"/>
                  </a:cubicBezTo>
                  <a:cubicBezTo>
                    <a:pt x="54502" y="11952"/>
                    <a:pt x="83357" y="0"/>
                    <a:pt x="113445" y="0"/>
                  </a:cubicBezTo>
                  <a:close/>
                </a:path>
              </a:pathLst>
            </a:custGeom>
            <a:solidFill>
              <a:srgbClr val="50A95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43315" cy="24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9"/>
                </a:lnSpc>
              </a:pPr>
              <a:r>
                <a:rPr lang="en-US" sz="2299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活動報名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36332" y="3942149"/>
            <a:ext cx="997163" cy="643727"/>
            <a:chOff x="0" y="0"/>
            <a:chExt cx="885293" cy="5715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5293" cy="571508"/>
            </a:xfrm>
            <a:custGeom>
              <a:avLst/>
              <a:gdLst/>
              <a:ahLst/>
              <a:cxnLst/>
              <a:rect r="r" b="b" t="t" l="l"/>
              <a:pathLst>
                <a:path h="571508" w="885293">
                  <a:moveTo>
                    <a:pt x="885293" y="285754"/>
                  </a:moveTo>
                  <a:lnTo>
                    <a:pt x="682093" y="571508"/>
                  </a:lnTo>
                  <a:lnTo>
                    <a:pt x="203200" y="571508"/>
                  </a:lnTo>
                  <a:lnTo>
                    <a:pt x="0" y="285754"/>
                  </a:lnTo>
                  <a:lnTo>
                    <a:pt x="203200" y="0"/>
                  </a:lnTo>
                  <a:lnTo>
                    <a:pt x="682093" y="0"/>
                  </a:lnTo>
                  <a:lnTo>
                    <a:pt x="885293" y="285754"/>
                  </a:lnTo>
                  <a:close/>
                </a:path>
              </a:pathLst>
            </a:custGeom>
            <a:solidFill>
              <a:srgbClr val="F9F8F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19050"/>
              <a:ext cx="656693" cy="590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36332" y="3993481"/>
            <a:ext cx="638041" cy="63804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8F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19209" y="3993481"/>
            <a:ext cx="638041" cy="63804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8F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43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950491" y="3758495"/>
            <a:ext cx="743265" cy="367310"/>
            <a:chOff x="0" y="0"/>
            <a:chExt cx="339686" cy="16786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9686" cy="167867"/>
            </a:xfrm>
            <a:custGeom>
              <a:avLst/>
              <a:gdLst/>
              <a:ahLst/>
              <a:cxnLst/>
              <a:rect r="r" b="b" t="t" l="l"/>
              <a:pathLst>
                <a:path h="167867" w="339686">
                  <a:moveTo>
                    <a:pt x="83934" y="0"/>
                  </a:moveTo>
                  <a:lnTo>
                    <a:pt x="255753" y="0"/>
                  </a:lnTo>
                  <a:cubicBezTo>
                    <a:pt x="302108" y="0"/>
                    <a:pt x="339686" y="37578"/>
                    <a:pt x="339686" y="83934"/>
                  </a:cubicBezTo>
                  <a:lnTo>
                    <a:pt x="339686" y="83934"/>
                  </a:lnTo>
                  <a:cubicBezTo>
                    <a:pt x="339686" y="106194"/>
                    <a:pt x="330843" y="127543"/>
                    <a:pt x="315103" y="143284"/>
                  </a:cubicBezTo>
                  <a:cubicBezTo>
                    <a:pt x="299362" y="159024"/>
                    <a:pt x="278013" y="167867"/>
                    <a:pt x="255753" y="167867"/>
                  </a:cubicBezTo>
                  <a:lnTo>
                    <a:pt x="83934" y="167867"/>
                  </a:lnTo>
                  <a:cubicBezTo>
                    <a:pt x="61673" y="167867"/>
                    <a:pt x="40324" y="159024"/>
                    <a:pt x="24584" y="143284"/>
                  </a:cubicBezTo>
                  <a:cubicBezTo>
                    <a:pt x="8843" y="127543"/>
                    <a:pt x="0" y="106194"/>
                    <a:pt x="0" y="83934"/>
                  </a:cubicBezTo>
                  <a:lnTo>
                    <a:pt x="0" y="83934"/>
                  </a:lnTo>
                  <a:cubicBezTo>
                    <a:pt x="0" y="61673"/>
                    <a:pt x="8843" y="40324"/>
                    <a:pt x="24584" y="24584"/>
                  </a:cubicBezTo>
                  <a:cubicBezTo>
                    <a:pt x="40324" y="8843"/>
                    <a:pt x="61673" y="0"/>
                    <a:pt x="83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39686" cy="177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有餘額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033719" y="4790905"/>
            <a:ext cx="1238723" cy="354244"/>
            <a:chOff x="0" y="0"/>
            <a:chExt cx="566120" cy="161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66120" cy="161896"/>
            </a:xfrm>
            <a:custGeom>
              <a:avLst/>
              <a:gdLst/>
              <a:ahLst/>
              <a:cxnLst/>
              <a:rect r="r" b="b" t="t" l="l"/>
              <a:pathLst>
                <a:path h="161896" w="566120">
                  <a:moveTo>
                    <a:pt x="80948" y="0"/>
                  </a:moveTo>
                  <a:lnTo>
                    <a:pt x="485172" y="0"/>
                  </a:lnTo>
                  <a:cubicBezTo>
                    <a:pt x="506641" y="0"/>
                    <a:pt x="527230" y="8528"/>
                    <a:pt x="542411" y="23709"/>
                  </a:cubicBezTo>
                  <a:cubicBezTo>
                    <a:pt x="557592" y="38890"/>
                    <a:pt x="566120" y="59479"/>
                    <a:pt x="566120" y="80948"/>
                  </a:cubicBezTo>
                  <a:lnTo>
                    <a:pt x="566120" y="80948"/>
                  </a:lnTo>
                  <a:cubicBezTo>
                    <a:pt x="566120" y="102417"/>
                    <a:pt x="557592" y="123006"/>
                    <a:pt x="542411" y="138187"/>
                  </a:cubicBezTo>
                  <a:cubicBezTo>
                    <a:pt x="527230" y="153368"/>
                    <a:pt x="506641" y="161896"/>
                    <a:pt x="485172" y="161896"/>
                  </a:cubicBezTo>
                  <a:lnTo>
                    <a:pt x="80948" y="161896"/>
                  </a:lnTo>
                  <a:cubicBezTo>
                    <a:pt x="59479" y="161896"/>
                    <a:pt x="38890" y="153368"/>
                    <a:pt x="23709" y="138187"/>
                  </a:cubicBezTo>
                  <a:cubicBezTo>
                    <a:pt x="8528" y="123006"/>
                    <a:pt x="0" y="102417"/>
                    <a:pt x="0" y="80948"/>
                  </a:cubicBezTo>
                  <a:lnTo>
                    <a:pt x="0" y="80948"/>
                  </a:lnTo>
                  <a:cubicBezTo>
                    <a:pt x="0" y="59479"/>
                    <a:pt x="8528" y="38890"/>
                    <a:pt x="23709" y="23709"/>
                  </a:cubicBezTo>
                  <a:cubicBezTo>
                    <a:pt x="38890" y="8528"/>
                    <a:pt x="59479" y="0"/>
                    <a:pt x="80948" y="0"/>
                  </a:cubicBezTo>
                  <a:close/>
                </a:path>
              </a:pathLst>
            </a:custGeom>
            <a:solidFill>
              <a:srgbClr val="E03C3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66120" cy="16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90"/>
                </a:lnSpc>
              </a:pPr>
              <a:r>
                <a:rPr lang="en-US" sz="13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額滿 / 鎖定按鈕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68066" y="5206047"/>
            <a:ext cx="1770164" cy="354244"/>
            <a:chOff x="0" y="0"/>
            <a:chExt cx="808999" cy="161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8999" cy="161896"/>
            </a:xfrm>
            <a:custGeom>
              <a:avLst/>
              <a:gdLst/>
              <a:ahLst/>
              <a:cxnLst/>
              <a:rect r="r" b="b" t="t" l="l"/>
              <a:pathLst>
                <a:path h="161896" w="808999">
                  <a:moveTo>
                    <a:pt x="80948" y="0"/>
                  </a:moveTo>
                  <a:lnTo>
                    <a:pt x="728051" y="0"/>
                  </a:lnTo>
                  <a:cubicBezTo>
                    <a:pt x="772757" y="0"/>
                    <a:pt x="808999" y="36242"/>
                    <a:pt x="808999" y="80948"/>
                  </a:cubicBezTo>
                  <a:lnTo>
                    <a:pt x="808999" y="80948"/>
                  </a:lnTo>
                  <a:cubicBezTo>
                    <a:pt x="808999" y="102417"/>
                    <a:pt x="800470" y="123006"/>
                    <a:pt x="785290" y="138187"/>
                  </a:cubicBezTo>
                  <a:cubicBezTo>
                    <a:pt x="770109" y="153368"/>
                    <a:pt x="749519" y="161896"/>
                    <a:pt x="728051" y="161896"/>
                  </a:cubicBezTo>
                  <a:lnTo>
                    <a:pt x="80948" y="161896"/>
                  </a:lnTo>
                  <a:cubicBezTo>
                    <a:pt x="59479" y="161896"/>
                    <a:pt x="38890" y="153368"/>
                    <a:pt x="23709" y="138187"/>
                  </a:cubicBezTo>
                  <a:cubicBezTo>
                    <a:pt x="8528" y="123006"/>
                    <a:pt x="0" y="102417"/>
                    <a:pt x="0" y="80948"/>
                  </a:cubicBezTo>
                  <a:lnTo>
                    <a:pt x="0" y="80948"/>
                  </a:lnTo>
                  <a:cubicBezTo>
                    <a:pt x="0" y="59479"/>
                    <a:pt x="8528" y="38890"/>
                    <a:pt x="23709" y="23709"/>
                  </a:cubicBezTo>
                  <a:cubicBezTo>
                    <a:pt x="38890" y="8528"/>
                    <a:pt x="59479" y="0"/>
                    <a:pt x="80948" y="0"/>
                  </a:cubicBezTo>
                  <a:close/>
                </a:path>
              </a:pathLst>
            </a:custGeom>
            <a:solidFill>
              <a:srgbClr val="F9F9F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08999" cy="180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0"/>
                </a:lnSpc>
              </a:pPr>
              <a:r>
                <a:rPr lang="en-US" sz="1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填寫資料 / 完成報名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221665" y="5810250"/>
            <a:ext cx="1334960" cy="454408"/>
            <a:chOff x="0" y="0"/>
            <a:chExt cx="610102" cy="207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0102" cy="207673"/>
            </a:xfrm>
            <a:custGeom>
              <a:avLst/>
              <a:gdLst/>
              <a:ahLst/>
              <a:cxnLst/>
              <a:rect r="r" b="b" t="t" l="l"/>
              <a:pathLst>
                <a:path h="207673" w="610102">
                  <a:moveTo>
                    <a:pt x="103837" y="0"/>
                  </a:moveTo>
                  <a:lnTo>
                    <a:pt x="506266" y="0"/>
                  </a:lnTo>
                  <a:cubicBezTo>
                    <a:pt x="533805" y="0"/>
                    <a:pt x="560216" y="10940"/>
                    <a:pt x="579689" y="30413"/>
                  </a:cubicBezTo>
                  <a:cubicBezTo>
                    <a:pt x="599162" y="49886"/>
                    <a:pt x="610102" y="76297"/>
                    <a:pt x="610102" y="103837"/>
                  </a:cubicBezTo>
                  <a:lnTo>
                    <a:pt x="610102" y="103837"/>
                  </a:lnTo>
                  <a:cubicBezTo>
                    <a:pt x="610102" y="131376"/>
                    <a:pt x="599162" y="157787"/>
                    <a:pt x="579689" y="177260"/>
                  </a:cubicBezTo>
                  <a:cubicBezTo>
                    <a:pt x="560216" y="196733"/>
                    <a:pt x="533805" y="207673"/>
                    <a:pt x="506266" y="207673"/>
                  </a:cubicBezTo>
                  <a:lnTo>
                    <a:pt x="103837" y="207673"/>
                  </a:lnTo>
                  <a:cubicBezTo>
                    <a:pt x="76297" y="207673"/>
                    <a:pt x="49886" y="196733"/>
                    <a:pt x="30413" y="177260"/>
                  </a:cubicBezTo>
                  <a:cubicBezTo>
                    <a:pt x="10940" y="157787"/>
                    <a:pt x="0" y="131376"/>
                    <a:pt x="0" y="103837"/>
                  </a:cubicBezTo>
                  <a:lnTo>
                    <a:pt x="0" y="103837"/>
                  </a:lnTo>
                  <a:cubicBezTo>
                    <a:pt x="0" y="76297"/>
                    <a:pt x="10940" y="49886"/>
                    <a:pt x="30413" y="30413"/>
                  </a:cubicBezTo>
                  <a:cubicBezTo>
                    <a:pt x="49886" y="10940"/>
                    <a:pt x="76297" y="0"/>
                    <a:pt x="103837" y="0"/>
                  </a:cubicBezTo>
                  <a:close/>
                </a:path>
              </a:pathLst>
            </a:custGeom>
            <a:solidFill>
              <a:srgbClr val="52AE5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10102" cy="21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報名成功頁面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003482" y="6686550"/>
            <a:ext cx="2163361" cy="367310"/>
            <a:chOff x="0" y="0"/>
            <a:chExt cx="988697" cy="16786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88697" cy="167867"/>
            </a:xfrm>
            <a:custGeom>
              <a:avLst/>
              <a:gdLst/>
              <a:ahLst/>
              <a:cxnLst/>
              <a:rect r="r" b="b" t="t" l="l"/>
              <a:pathLst>
                <a:path h="167867" w="988697">
                  <a:moveTo>
                    <a:pt x="83934" y="0"/>
                  </a:moveTo>
                  <a:lnTo>
                    <a:pt x="904763" y="0"/>
                  </a:lnTo>
                  <a:cubicBezTo>
                    <a:pt x="951119" y="0"/>
                    <a:pt x="988697" y="37578"/>
                    <a:pt x="988697" y="83934"/>
                  </a:cubicBezTo>
                  <a:lnTo>
                    <a:pt x="988697" y="83934"/>
                  </a:lnTo>
                  <a:cubicBezTo>
                    <a:pt x="988697" y="106194"/>
                    <a:pt x="979854" y="127543"/>
                    <a:pt x="964114" y="143284"/>
                  </a:cubicBezTo>
                  <a:cubicBezTo>
                    <a:pt x="948373" y="159024"/>
                    <a:pt x="927024" y="167867"/>
                    <a:pt x="904763" y="167867"/>
                  </a:cubicBezTo>
                  <a:lnTo>
                    <a:pt x="83934" y="167867"/>
                  </a:lnTo>
                  <a:cubicBezTo>
                    <a:pt x="61673" y="167867"/>
                    <a:pt x="40324" y="159024"/>
                    <a:pt x="24584" y="143284"/>
                  </a:cubicBezTo>
                  <a:cubicBezTo>
                    <a:pt x="8843" y="127543"/>
                    <a:pt x="0" y="106194"/>
                    <a:pt x="0" y="83934"/>
                  </a:cubicBezTo>
                  <a:lnTo>
                    <a:pt x="0" y="83934"/>
                  </a:lnTo>
                  <a:cubicBezTo>
                    <a:pt x="0" y="61673"/>
                    <a:pt x="8843" y="40324"/>
                    <a:pt x="24584" y="24584"/>
                  </a:cubicBezTo>
                  <a:cubicBezTo>
                    <a:pt x="40324" y="8843"/>
                    <a:pt x="61673" y="0"/>
                    <a:pt x="83934" y="0"/>
                  </a:cubicBezTo>
                  <a:close/>
                </a:path>
              </a:pathLst>
            </a:custGeom>
            <a:solidFill>
              <a:srgbClr val="F9F9F8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88697" cy="177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查詢紀錄 / 完成報名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87131" y="7577889"/>
            <a:ext cx="2102014" cy="367310"/>
            <a:chOff x="0" y="0"/>
            <a:chExt cx="960661" cy="1678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0661" cy="167867"/>
            </a:xfrm>
            <a:custGeom>
              <a:avLst/>
              <a:gdLst/>
              <a:ahLst/>
              <a:cxnLst/>
              <a:rect r="r" b="b" t="t" l="l"/>
              <a:pathLst>
                <a:path h="167867" w="960661">
                  <a:moveTo>
                    <a:pt x="83934" y="0"/>
                  </a:moveTo>
                  <a:lnTo>
                    <a:pt x="876727" y="0"/>
                  </a:lnTo>
                  <a:cubicBezTo>
                    <a:pt x="898987" y="0"/>
                    <a:pt x="920336" y="8843"/>
                    <a:pt x="936077" y="24584"/>
                  </a:cubicBezTo>
                  <a:cubicBezTo>
                    <a:pt x="951818" y="40324"/>
                    <a:pt x="960661" y="61673"/>
                    <a:pt x="960661" y="83934"/>
                  </a:cubicBezTo>
                  <a:lnTo>
                    <a:pt x="960661" y="83934"/>
                  </a:lnTo>
                  <a:cubicBezTo>
                    <a:pt x="960661" y="130289"/>
                    <a:pt x="923082" y="167867"/>
                    <a:pt x="876727" y="167867"/>
                  </a:cubicBezTo>
                  <a:lnTo>
                    <a:pt x="83934" y="167867"/>
                  </a:lnTo>
                  <a:cubicBezTo>
                    <a:pt x="61673" y="167867"/>
                    <a:pt x="40324" y="159024"/>
                    <a:pt x="24584" y="143284"/>
                  </a:cubicBezTo>
                  <a:cubicBezTo>
                    <a:pt x="8843" y="127543"/>
                    <a:pt x="0" y="106194"/>
                    <a:pt x="0" y="83934"/>
                  </a:cubicBezTo>
                  <a:lnTo>
                    <a:pt x="0" y="83934"/>
                  </a:lnTo>
                  <a:cubicBezTo>
                    <a:pt x="0" y="61673"/>
                    <a:pt x="8843" y="40324"/>
                    <a:pt x="24584" y="24584"/>
                  </a:cubicBezTo>
                  <a:cubicBezTo>
                    <a:pt x="40324" y="8843"/>
                    <a:pt x="61673" y="0"/>
                    <a:pt x="83934" y="0"/>
                  </a:cubicBezTo>
                  <a:close/>
                </a:path>
              </a:pathLst>
            </a:custGeom>
            <a:solidFill>
              <a:srgbClr val="F9F9F8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60661" cy="177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取消報名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4226" y="7827471"/>
            <a:ext cx="716148" cy="367310"/>
            <a:chOff x="0" y="0"/>
            <a:chExt cx="327293" cy="1678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7293" cy="167867"/>
            </a:xfrm>
            <a:custGeom>
              <a:avLst/>
              <a:gdLst/>
              <a:ahLst/>
              <a:cxnLst/>
              <a:rect r="r" b="b" t="t" l="l"/>
              <a:pathLst>
                <a:path h="167867" w="327293">
                  <a:moveTo>
                    <a:pt x="83934" y="0"/>
                  </a:moveTo>
                  <a:lnTo>
                    <a:pt x="243360" y="0"/>
                  </a:lnTo>
                  <a:cubicBezTo>
                    <a:pt x="289715" y="0"/>
                    <a:pt x="327293" y="37578"/>
                    <a:pt x="327293" y="83934"/>
                  </a:cubicBezTo>
                  <a:lnTo>
                    <a:pt x="327293" y="83934"/>
                  </a:lnTo>
                  <a:cubicBezTo>
                    <a:pt x="327293" y="106194"/>
                    <a:pt x="318450" y="127543"/>
                    <a:pt x="302710" y="143284"/>
                  </a:cubicBezTo>
                  <a:cubicBezTo>
                    <a:pt x="286969" y="159024"/>
                    <a:pt x="265620" y="167867"/>
                    <a:pt x="243360" y="167867"/>
                  </a:cubicBezTo>
                  <a:lnTo>
                    <a:pt x="83934" y="167867"/>
                  </a:lnTo>
                  <a:cubicBezTo>
                    <a:pt x="61673" y="167867"/>
                    <a:pt x="40324" y="159024"/>
                    <a:pt x="24584" y="143284"/>
                  </a:cubicBezTo>
                  <a:cubicBezTo>
                    <a:pt x="8843" y="127543"/>
                    <a:pt x="0" y="106194"/>
                    <a:pt x="0" y="83934"/>
                  </a:cubicBezTo>
                  <a:lnTo>
                    <a:pt x="0" y="83934"/>
                  </a:lnTo>
                  <a:cubicBezTo>
                    <a:pt x="0" y="61673"/>
                    <a:pt x="8843" y="40324"/>
                    <a:pt x="24584" y="24584"/>
                  </a:cubicBezTo>
                  <a:cubicBezTo>
                    <a:pt x="40324" y="8843"/>
                    <a:pt x="61673" y="0"/>
                    <a:pt x="83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27293" cy="177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594084" y="8059669"/>
            <a:ext cx="2384401" cy="550349"/>
            <a:chOff x="0" y="0"/>
            <a:chExt cx="1089717" cy="25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89717" cy="251520"/>
            </a:xfrm>
            <a:custGeom>
              <a:avLst/>
              <a:gdLst/>
              <a:ahLst/>
              <a:cxnLst/>
              <a:rect r="r" b="b" t="t" l="l"/>
              <a:pathLst>
                <a:path h="251520" w="1089717">
                  <a:moveTo>
                    <a:pt x="94727" y="0"/>
                  </a:moveTo>
                  <a:lnTo>
                    <a:pt x="994990" y="0"/>
                  </a:lnTo>
                  <a:cubicBezTo>
                    <a:pt x="1047306" y="0"/>
                    <a:pt x="1089717" y="42411"/>
                    <a:pt x="1089717" y="94727"/>
                  </a:cubicBezTo>
                  <a:lnTo>
                    <a:pt x="1089717" y="156793"/>
                  </a:lnTo>
                  <a:cubicBezTo>
                    <a:pt x="1089717" y="209110"/>
                    <a:pt x="1047306" y="251520"/>
                    <a:pt x="994990" y="251520"/>
                  </a:cubicBezTo>
                  <a:lnTo>
                    <a:pt x="94727" y="251520"/>
                  </a:lnTo>
                  <a:cubicBezTo>
                    <a:pt x="42411" y="251520"/>
                    <a:pt x="0" y="209110"/>
                    <a:pt x="0" y="156793"/>
                  </a:cubicBezTo>
                  <a:lnTo>
                    <a:pt x="0" y="94727"/>
                  </a:lnTo>
                  <a:cubicBezTo>
                    <a:pt x="0" y="42411"/>
                    <a:pt x="42411" y="0"/>
                    <a:pt x="947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089717" cy="2610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496157" y="7460162"/>
            <a:ext cx="716148" cy="367310"/>
            <a:chOff x="0" y="0"/>
            <a:chExt cx="327293" cy="1678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7293" cy="167867"/>
            </a:xfrm>
            <a:custGeom>
              <a:avLst/>
              <a:gdLst/>
              <a:ahLst/>
              <a:cxnLst/>
              <a:rect r="r" b="b" t="t" l="l"/>
              <a:pathLst>
                <a:path h="167867" w="327293">
                  <a:moveTo>
                    <a:pt x="83934" y="0"/>
                  </a:moveTo>
                  <a:lnTo>
                    <a:pt x="243360" y="0"/>
                  </a:lnTo>
                  <a:cubicBezTo>
                    <a:pt x="289715" y="0"/>
                    <a:pt x="327293" y="37578"/>
                    <a:pt x="327293" y="83934"/>
                  </a:cubicBezTo>
                  <a:lnTo>
                    <a:pt x="327293" y="83934"/>
                  </a:lnTo>
                  <a:cubicBezTo>
                    <a:pt x="327293" y="106194"/>
                    <a:pt x="318450" y="127543"/>
                    <a:pt x="302710" y="143284"/>
                  </a:cubicBezTo>
                  <a:cubicBezTo>
                    <a:pt x="286969" y="159024"/>
                    <a:pt x="265620" y="167867"/>
                    <a:pt x="243360" y="167867"/>
                  </a:cubicBezTo>
                  <a:lnTo>
                    <a:pt x="83934" y="167867"/>
                  </a:lnTo>
                  <a:cubicBezTo>
                    <a:pt x="61673" y="167867"/>
                    <a:pt x="40324" y="159024"/>
                    <a:pt x="24584" y="143284"/>
                  </a:cubicBezTo>
                  <a:cubicBezTo>
                    <a:pt x="8843" y="127543"/>
                    <a:pt x="0" y="106194"/>
                    <a:pt x="0" y="83934"/>
                  </a:cubicBezTo>
                  <a:lnTo>
                    <a:pt x="0" y="83934"/>
                  </a:lnTo>
                  <a:cubicBezTo>
                    <a:pt x="0" y="61673"/>
                    <a:pt x="8843" y="40324"/>
                    <a:pt x="24584" y="24584"/>
                  </a:cubicBezTo>
                  <a:cubicBezTo>
                    <a:pt x="40324" y="8843"/>
                    <a:pt x="61673" y="0"/>
                    <a:pt x="83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27293" cy="177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5400000">
            <a:off x="4138083" y="7701922"/>
            <a:ext cx="716148" cy="367310"/>
            <a:chOff x="0" y="0"/>
            <a:chExt cx="327293" cy="16786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7293" cy="167867"/>
            </a:xfrm>
            <a:custGeom>
              <a:avLst/>
              <a:gdLst/>
              <a:ahLst/>
              <a:cxnLst/>
              <a:rect r="r" b="b" t="t" l="l"/>
              <a:pathLst>
                <a:path h="167867" w="327293">
                  <a:moveTo>
                    <a:pt x="83934" y="0"/>
                  </a:moveTo>
                  <a:lnTo>
                    <a:pt x="243360" y="0"/>
                  </a:lnTo>
                  <a:cubicBezTo>
                    <a:pt x="289715" y="0"/>
                    <a:pt x="327293" y="37578"/>
                    <a:pt x="327293" y="83934"/>
                  </a:cubicBezTo>
                  <a:lnTo>
                    <a:pt x="327293" y="83934"/>
                  </a:lnTo>
                  <a:cubicBezTo>
                    <a:pt x="327293" y="106194"/>
                    <a:pt x="318450" y="127543"/>
                    <a:pt x="302710" y="143284"/>
                  </a:cubicBezTo>
                  <a:cubicBezTo>
                    <a:pt x="286969" y="159024"/>
                    <a:pt x="265620" y="167867"/>
                    <a:pt x="243360" y="167867"/>
                  </a:cubicBezTo>
                  <a:lnTo>
                    <a:pt x="83934" y="167867"/>
                  </a:lnTo>
                  <a:cubicBezTo>
                    <a:pt x="61673" y="167867"/>
                    <a:pt x="40324" y="159024"/>
                    <a:pt x="24584" y="143284"/>
                  </a:cubicBezTo>
                  <a:cubicBezTo>
                    <a:pt x="8843" y="127543"/>
                    <a:pt x="0" y="106194"/>
                    <a:pt x="0" y="83934"/>
                  </a:cubicBezTo>
                  <a:lnTo>
                    <a:pt x="0" y="83934"/>
                  </a:lnTo>
                  <a:cubicBezTo>
                    <a:pt x="0" y="61673"/>
                    <a:pt x="8843" y="40324"/>
                    <a:pt x="24584" y="24584"/>
                  </a:cubicBezTo>
                  <a:cubicBezTo>
                    <a:pt x="40324" y="8843"/>
                    <a:pt x="61673" y="0"/>
                    <a:pt x="83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327293" cy="177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846029" y="9133893"/>
            <a:ext cx="6956312" cy="732770"/>
            <a:chOff x="0" y="0"/>
            <a:chExt cx="3179168" cy="33489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79168" cy="334890"/>
            </a:xfrm>
            <a:custGeom>
              <a:avLst/>
              <a:gdLst/>
              <a:ahLst/>
              <a:cxnLst/>
              <a:rect r="r" b="b" t="t" l="l"/>
              <a:pathLst>
                <a:path h="334890" w="3179168">
                  <a:moveTo>
                    <a:pt x="32469" y="0"/>
                  </a:moveTo>
                  <a:lnTo>
                    <a:pt x="3146698" y="0"/>
                  </a:lnTo>
                  <a:cubicBezTo>
                    <a:pt x="3155310" y="0"/>
                    <a:pt x="3163568" y="3421"/>
                    <a:pt x="3169657" y="9510"/>
                  </a:cubicBezTo>
                  <a:cubicBezTo>
                    <a:pt x="3175747" y="15599"/>
                    <a:pt x="3179168" y="23858"/>
                    <a:pt x="3179168" y="32469"/>
                  </a:cubicBezTo>
                  <a:lnTo>
                    <a:pt x="3179168" y="302420"/>
                  </a:lnTo>
                  <a:cubicBezTo>
                    <a:pt x="3179168" y="311032"/>
                    <a:pt x="3175747" y="319291"/>
                    <a:pt x="3169657" y="325380"/>
                  </a:cubicBezTo>
                  <a:cubicBezTo>
                    <a:pt x="3163568" y="331469"/>
                    <a:pt x="3155310" y="334890"/>
                    <a:pt x="3146698" y="334890"/>
                  </a:cubicBezTo>
                  <a:lnTo>
                    <a:pt x="32469" y="334890"/>
                  </a:lnTo>
                  <a:cubicBezTo>
                    <a:pt x="23858" y="334890"/>
                    <a:pt x="15599" y="331469"/>
                    <a:pt x="9510" y="325380"/>
                  </a:cubicBezTo>
                  <a:cubicBezTo>
                    <a:pt x="3421" y="319291"/>
                    <a:pt x="0" y="311032"/>
                    <a:pt x="0" y="302420"/>
                  </a:cubicBezTo>
                  <a:lnTo>
                    <a:pt x="0" y="32469"/>
                  </a:lnTo>
                  <a:cubicBezTo>
                    <a:pt x="0" y="23858"/>
                    <a:pt x="3421" y="15599"/>
                    <a:pt x="9510" y="9510"/>
                  </a:cubicBezTo>
                  <a:cubicBezTo>
                    <a:pt x="15599" y="3421"/>
                    <a:pt x="23858" y="0"/>
                    <a:pt x="324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179168" cy="3444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60775" y="3452558"/>
            <a:ext cx="1436443" cy="409651"/>
            <a:chOff x="0" y="0"/>
            <a:chExt cx="656482" cy="18721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6482" cy="187218"/>
            </a:xfrm>
            <a:custGeom>
              <a:avLst/>
              <a:gdLst/>
              <a:ahLst/>
              <a:cxnLst/>
              <a:rect r="r" b="b" t="t" l="l"/>
              <a:pathLst>
                <a:path h="187218" w="656482">
                  <a:moveTo>
                    <a:pt x="93609" y="0"/>
                  </a:moveTo>
                  <a:lnTo>
                    <a:pt x="562873" y="0"/>
                  </a:lnTo>
                  <a:cubicBezTo>
                    <a:pt x="614572" y="0"/>
                    <a:pt x="656482" y="41910"/>
                    <a:pt x="656482" y="93609"/>
                  </a:cubicBezTo>
                  <a:lnTo>
                    <a:pt x="656482" y="93609"/>
                  </a:lnTo>
                  <a:cubicBezTo>
                    <a:pt x="656482" y="145308"/>
                    <a:pt x="614572" y="187218"/>
                    <a:pt x="562873" y="187218"/>
                  </a:cubicBezTo>
                  <a:lnTo>
                    <a:pt x="93609" y="187218"/>
                  </a:lnTo>
                  <a:cubicBezTo>
                    <a:pt x="41910" y="187218"/>
                    <a:pt x="0" y="145308"/>
                    <a:pt x="0" y="93609"/>
                  </a:cubicBezTo>
                  <a:lnTo>
                    <a:pt x="0" y="93609"/>
                  </a:lnTo>
                  <a:cubicBezTo>
                    <a:pt x="0" y="41910"/>
                    <a:pt x="41910" y="0"/>
                    <a:pt x="93609" y="0"/>
                  </a:cubicBezTo>
                  <a:close/>
                </a:path>
              </a:pathLst>
            </a:custGeom>
            <a:solidFill>
              <a:srgbClr val="3F9BEC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56482" cy="20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儀表板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155071" y="4291505"/>
            <a:ext cx="1436443" cy="409651"/>
            <a:chOff x="0" y="0"/>
            <a:chExt cx="656482" cy="1872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56482" cy="187218"/>
            </a:xfrm>
            <a:custGeom>
              <a:avLst/>
              <a:gdLst/>
              <a:ahLst/>
              <a:cxnLst/>
              <a:rect r="r" b="b" t="t" l="l"/>
              <a:pathLst>
                <a:path h="187218" w="656482">
                  <a:moveTo>
                    <a:pt x="93609" y="0"/>
                  </a:moveTo>
                  <a:lnTo>
                    <a:pt x="562873" y="0"/>
                  </a:lnTo>
                  <a:cubicBezTo>
                    <a:pt x="614572" y="0"/>
                    <a:pt x="656482" y="41910"/>
                    <a:pt x="656482" y="93609"/>
                  </a:cubicBezTo>
                  <a:lnTo>
                    <a:pt x="656482" y="93609"/>
                  </a:lnTo>
                  <a:cubicBezTo>
                    <a:pt x="656482" y="145308"/>
                    <a:pt x="614572" y="187218"/>
                    <a:pt x="562873" y="187218"/>
                  </a:cubicBezTo>
                  <a:lnTo>
                    <a:pt x="93609" y="187218"/>
                  </a:lnTo>
                  <a:cubicBezTo>
                    <a:pt x="41910" y="187218"/>
                    <a:pt x="0" y="145308"/>
                    <a:pt x="0" y="93609"/>
                  </a:cubicBezTo>
                  <a:lnTo>
                    <a:pt x="0" y="93609"/>
                  </a:lnTo>
                  <a:cubicBezTo>
                    <a:pt x="0" y="41910"/>
                    <a:pt x="41910" y="0"/>
                    <a:pt x="93609" y="0"/>
                  </a:cubicBezTo>
                  <a:close/>
                </a:path>
              </a:pathLst>
            </a:custGeom>
            <a:solidFill>
              <a:srgbClr val="F7F8F7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56482" cy="20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儀表板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382801" y="4859531"/>
            <a:ext cx="810376" cy="292151"/>
            <a:chOff x="0" y="0"/>
            <a:chExt cx="370357" cy="13351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0357" cy="133519"/>
            </a:xfrm>
            <a:custGeom>
              <a:avLst/>
              <a:gdLst/>
              <a:ahLst/>
              <a:cxnLst/>
              <a:rect r="r" b="b" t="t" l="l"/>
              <a:pathLst>
                <a:path h="133519" w="370357">
                  <a:moveTo>
                    <a:pt x="66759" y="0"/>
                  </a:moveTo>
                  <a:lnTo>
                    <a:pt x="303598" y="0"/>
                  </a:lnTo>
                  <a:cubicBezTo>
                    <a:pt x="340468" y="0"/>
                    <a:pt x="370357" y="29889"/>
                    <a:pt x="370357" y="66759"/>
                  </a:cubicBezTo>
                  <a:lnTo>
                    <a:pt x="370357" y="66759"/>
                  </a:lnTo>
                  <a:cubicBezTo>
                    <a:pt x="370357" y="103629"/>
                    <a:pt x="340468" y="133519"/>
                    <a:pt x="303598" y="133519"/>
                  </a:cubicBezTo>
                  <a:lnTo>
                    <a:pt x="66759" y="133519"/>
                  </a:lnTo>
                  <a:cubicBezTo>
                    <a:pt x="29889" y="133519"/>
                    <a:pt x="0" y="103629"/>
                    <a:pt x="0" y="66759"/>
                  </a:cubicBezTo>
                  <a:lnTo>
                    <a:pt x="0" y="66759"/>
                  </a:lnTo>
                  <a:cubicBezTo>
                    <a:pt x="0" y="29889"/>
                    <a:pt x="29889" y="0"/>
                    <a:pt x="667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70357" cy="14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  <a:r>
                <a:rPr lang="en-US" sz="1200">
                  <a:solidFill>
                    <a:srgbClr val="86837E"/>
                  </a:solidFill>
                  <a:latin typeface="Open Sauce"/>
                  <a:ea typeface="Open Sauce"/>
                  <a:cs typeface="Open Sauce"/>
                  <a:sym typeface="Open Sauce"/>
                </a:rPr>
                <a:t>連動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55071" y="6139431"/>
            <a:ext cx="1215934" cy="409651"/>
            <a:chOff x="0" y="0"/>
            <a:chExt cx="555705" cy="1872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55705" cy="187218"/>
            </a:xfrm>
            <a:custGeom>
              <a:avLst/>
              <a:gdLst/>
              <a:ahLst/>
              <a:cxnLst/>
              <a:rect r="r" b="b" t="t" l="l"/>
              <a:pathLst>
                <a:path h="187218" w="555705">
                  <a:moveTo>
                    <a:pt x="93609" y="0"/>
                  </a:moveTo>
                  <a:lnTo>
                    <a:pt x="462096" y="0"/>
                  </a:lnTo>
                  <a:cubicBezTo>
                    <a:pt x="513795" y="0"/>
                    <a:pt x="555705" y="41910"/>
                    <a:pt x="555705" y="93609"/>
                  </a:cubicBezTo>
                  <a:lnTo>
                    <a:pt x="555705" y="93609"/>
                  </a:lnTo>
                  <a:cubicBezTo>
                    <a:pt x="555705" y="145308"/>
                    <a:pt x="513795" y="187218"/>
                    <a:pt x="462096" y="187218"/>
                  </a:cubicBezTo>
                  <a:lnTo>
                    <a:pt x="93609" y="187218"/>
                  </a:lnTo>
                  <a:cubicBezTo>
                    <a:pt x="41910" y="187218"/>
                    <a:pt x="0" y="145308"/>
                    <a:pt x="0" y="93609"/>
                  </a:cubicBezTo>
                  <a:lnTo>
                    <a:pt x="0" y="93609"/>
                  </a:lnTo>
                  <a:cubicBezTo>
                    <a:pt x="0" y="41910"/>
                    <a:pt x="41910" y="0"/>
                    <a:pt x="93609" y="0"/>
                  </a:cubicBezTo>
                  <a:close/>
                </a:path>
              </a:pathLst>
            </a:custGeom>
            <a:solidFill>
              <a:srgbClr val="F7F8F7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55705" cy="20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管理功能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30523" y="6937287"/>
            <a:ext cx="1460504" cy="409651"/>
            <a:chOff x="0" y="0"/>
            <a:chExt cx="667478" cy="18721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67478" cy="187218"/>
            </a:xfrm>
            <a:custGeom>
              <a:avLst/>
              <a:gdLst/>
              <a:ahLst/>
              <a:cxnLst/>
              <a:rect r="r" b="b" t="t" l="l"/>
              <a:pathLst>
                <a:path h="187218" w="667478">
                  <a:moveTo>
                    <a:pt x="93609" y="0"/>
                  </a:moveTo>
                  <a:lnTo>
                    <a:pt x="573869" y="0"/>
                  </a:lnTo>
                  <a:cubicBezTo>
                    <a:pt x="625568" y="0"/>
                    <a:pt x="667478" y="41910"/>
                    <a:pt x="667478" y="93609"/>
                  </a:cubicBezTo>
                  <a:lnTo>
                    <a:pt x="667478" y="93609"/>
                  </a:lnTo>
                  <a:cubicBezTo>
                    <a:pt x="667478" y="145308"/>
                    <a:pt x="625568" y="187218"/>
                    <a:pt x="573869" y="187218"/>
                  </a:cubicBezTo>
                  <a:lnTo>
                    <a:pt x="93609" y="187218"/>
                  </a:lnTo>
                  <a:cubicBezTo>
                    <a:pt x="41910" y="187218"/>
                    <a:pt x="0" y="145308"/>
                    <a:pt x="0" y="93609"/>
                  </a:cubicBezTo>
                  <a:lnTo>
                    <a:pt x="0" y="93609"/>
                  </a:lnTo>
                  <a:cubicBezTo>
                    <a:pt x="0" y="41910"/>
                    <a:pt x="41910" y="0"/>
                    <a:pt x="93609" y="0"/>
                  </a:cubicBezTo>
                  <a:close/>
                </a:path>
              </a:pathLst>
            </a:custGeom>
            <a:solidFill>
              <a:srgbClr val="2C95ED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667478" cy="206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8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修改公告內容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71316" y="7945199"/>
            <a:ext cx="1460504" cy="409651"/>
            <a:chOff x="0" y="0"/>
            <a:chExt cx="667478" cy="1872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67478" cy="187218"/>
            </a:xfrm>
            <a:custGeom>
              <a:avLst/>
              <a:gdLst/>
              <a:ahLst/>
              <a:cxnLst/>
              <a:rect r="r" b="b" t="t" l="l"/>
              <a:pathLst>
                <a:path h="187218" w="667478">
                  <a:moveTo>
                    <a:pt x="93609" y="0"/>
                  </a:moveTo>
                  <a:lnTo>
                    <a:pt x="573869" y="0"/>
                  </a:lnTo>
                  <a:cubicBezTo>
                    <a:pt x="625568" y="0"/>
                    <a:pt x="667478" y="41910"/>
                    <a:pt x="667478" y="93609"/>
                  </a:cubicBezTo>
                  <a:lnTo>
                    <a:pt x="667478" y="93609"/>
                  </a:lnTo>
                  <a:cubicBezTo>
                    <a:pt x="667478" y="145308"/>
                    <a:pt x="625568" y="187218"/>
                    <a:pt x="573869" y="187218"/>
                  </a:cubicBezTo>
                  <a:lnTo>
                    <a:pt x="93609" y="187218"/>
                  </a:lnTo>
                  <a:cubicBezTo>
                    <a:pt x="41910" y="187218"/>
                    <a:pt x="0" y="145308"/>
                    <a:pt x="0" y="93609"/>
                  </a:cubicBezTo>
                  <a:lnTo>
                    <a:pt x="0" y="93609"/>
                  </a:lnTo>
                  <a:cubicBezTo>
                    <a:pt x="0" y="41910"/>
                    <a:pt x="41910" y="0"/>
                    <a:pt x="93609" y="0"/>
                  </a:cubicBezTo>
                  <a:close/>
                </a:path>
              </a:pathLst>
            </a:custGeom>
            <a:solidFill>
              <a:srgbClr val="2C95ED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667478" cy="196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新增 / 修改活動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43303" y="7925192"/>
            <a:ext cx="1436536" cy="409651"/>
            <a:chOff x="0" y="0"/>
            <a:chExt cx="656524" cy="18721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6524" cy="187218"/>
            </a:xfrm>
            <a:custGeom>
              <a:avLst/>
              <a:gdLst/>
              <a:ahLst/>
              <a:cxnLst/>
              <a:rect r="r" b="b" t="t" l="l"/>
              <a:pathLst>
                <a:path h="187218" w="656524">
                  <a:moveTo>
                    <a:pt x="93609" y="0"/>
                  </a:moveTo>
                  <a:lnTo>
                    <a:pt x="562915" y="0"/>
                  </a:lnTo>
                  <a:cubicBezTo>
                    <a:pt x="614614" y="0"/>
                    <a:pt x="656524" y="41910"/>
                    <a:pt x="656524" y="93609"/>
                  </a:cubicBezTo>
                  <a:lnTo>
                    <a:pt x="656524" y="93609"/>
                  </a:lnTo>
                  <a:cubicBezTo>
                    <a:pt x="656524" y="145308"/>
                    <a:pt x="614614" y="187218"/>
                    <a:pt x="562915" y="187218"/>
                  </a:cubicBezTo>
                  <a:lnTo>
                    <a:pt x="93609" y="187218"/>
                  </a:lnTo>
                  <a:cubicBezTo>
                    <a:pt x="41910" y="187218"/>
                    <a:pt x="0" y="145308"/>
                    <a:pt x="0" y="93609"/>
                  </a:cubicBezTo>
                  <a:lnTo>
                    <a:pt x="0" y="93609"/>
                  </a:lnTo>
                  <a:cubicBezTo>
                    <a:pt x="0" y="41910"/>
                    <a:pt x="41910" y="0"/>
                    <a:pt x="93609" y="0"/>
                  </a:cubicBezTo>
                  <a:close/>
                </a:path>
              </a:pathLst>
            </a:custGeom>
            <a:solidFill>
              <a:srgbClr val="F8F9FA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656524" cy="196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報名名單清單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1101785" y="3511888"/>
            <a:ext cx="7103324" cy="6309800"/>
          </a:xfrm>
          <a:custGeom>
            <a:avLst/>
            <a:gdLst/>
            <a:ahLst/>
            <a:cxnLst/>
            <a:rect r="r" b="b" t="t" l="l"/>
            <a:pathLst>
              <a:path h="6309800" w="7103324">
                <a:moveTo>
                  <a:pt x="0" y="0"/>
                </a:moveTo>
                <a:lnTo>
                  <a:pt x="7103324" y="0"/>
                </a:lnTo>
                <a:lnTo>
                  <a:pt x="7103324" y="6309800"/>
                </a:lnTo>
                <a:lnTo>
                  <a:pt x="0" y="6309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2540685" y="4003120"/>
            <a:ext cx="892810" cy="49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選擇活動 / </a:t>
            </a:r>
          </a:p>
          <a:p>
            <a:pPr algn="ctr">
              <a:lnSpc>
                <a:spcPts val="2033"/>
              </a:lnSpc>
            </a:pPr>
            <a:r>
              <a:rPr lang="en-US" sz="1452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名額判斷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EB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564720" y="-2436280"/>
            <a:ext cx="7158560" cy="16230600"/>
            <a:chOff x="0" y="0"/>
            <a:chExt cx="3058111" cy="6933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60" y="16510"/>
              <a:ext cx="3035251" cy="6905714"/>
            </a:xfrm>
            <a:custGeom>
              <a:avLst/>
              <a:gdLst/>
              <a:ahLst/>
              <a:cxnLst/>
              <a:rect r="r" b="b" t="t" l="l"/>
              <a:pathLst>
                <a:path h="6905714" w="3035251">
                  <a:moveTo>
                    <a:pt x="3035251" y="6905714"/>
                  </a:moveTo>
                  <a:lnTo>
                    <a:pt x="0" y="6898094"/>
                  </a:lnTo>
                  <a:lnTo>
                    <a:pt x="0" y="2408309"/>
                  </a:lnTo>
                  <a:lnTo>
                    <a:pt x="17780" y="19050"/>
                  </a:lnTo>
                  <a:lnTo>
                    <a:pt x="1511445" y="0"/>
                  </a:lnTo>
                  <a:lnTo>
                    <a:pt x="3016201" y="5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-215" y="0"/>
              <a:ext cx="3059596" cy="6931678"/>
            </a:xfrm>
            <a:custGeom>
              <a:avLst/>
              <a:gdLst/>
              <a:ahLst/>
              <a:cxnLst/>
              <a:rect r="r" b="b" t="t" l="l"/>
              <a:pathLst>
                <a:path h="6931678" w="3059596">
                  <a:moveTo>
                    <a:pt x="3026576" y="21590"/>
                  </a:moveTo>
                  <a:cubicBezTo>
                    <a:pt x="3027846" y="34290"/>
                    <a:pt x="3027846" y="44450"/>
                    <a:pt x="3029116" y="54610"/>
                  </a:cubicBezTo>
                  <a:cubicBezTo>
                    <a:pt x="3031656" y="169655"/>
                    <a:pt x="3032926" y="322179"/>
                    <a:pt x="3035466" y="469254"/>
                  </a:cubicBezTo>
                  <a:cubicBezTo>
                    <a:pt x="3035466" y="681697"/>
                    <a:pt x="3048166" y="4870636"/>
                    <a:pt x="3054516" y="5083078"/>
                  </a:cubicBezTo>
                  <a:cubicBezTo>
                    <a:pt x="3060866" y="5404467"/>
                    <a:pt x="3057056" y="5731302"/>
                    <a:pt x="3057056" y="6052689"/>
                  </a:cubicBezTo>
                  <a:cubicBezTo>
                    <a:pt x="3057056" y="6335947"/>
                    <a:pt x="3058326" y="6597415"/>
                    <a:pt x="3059596" y="6871423"/>
                  </a:cubicBezTo>
                  <a:cubicBezTo>
                    <a:pt x="3059596" y="6893013"/>
                    <a:pt x="3059596" y="6906984"/>
                    <a:pt x="3059596" y="6931113"/>
                  </a:cubicBezTo>
                  <a:cubicBezTo>
                    <a:pt x="3036736" y="6931113"/>
                    <a:pt x="3016416" y="6932384"/>
                    <a:pt x="2991718" y="6931113"/>
                  </a:cubicBezTo>
                  <a:cubicBezTo>
                    <a:pt x="2839578" y="6926034"/>
                    <a:pt x="2685099" y="6932384"/>
                    <a:pt x="2532960" y="6927304"/>
                  </a:cubicBezTo>
                  <a:cubicBezTo>
                    <a:pt x="2441676" y="6923494"/>
                    <a:pt x="2352733" y="6926034"/>
                    <a:pt x="2261450" y="6923494"/>
                  </a:cubicBezTo>
                  <a:cubicBezTo>
                    <a:pt x="2219319" y="6922223"/>
                    <a:pt x="2177188" y="6920954"/>
                    <a:pt x="2135058" y="6919684"/>
                  </a:cubicBezTo>
                  <a:cubicBezTo>
                    <a:pt x="2109311" y="6919684"/>
                    <a:pt x="2085905" y="6920954"/>
                    <a:pt x="2060158" y="6920954"/>
                  </a:cubicBezTo>
                  <a:cubicBezTo>
                    <a:pt x="1994621" y="6919684"/>
                    <a:pt x="1814395" y="6920954"/>
                    <a:pt x="1748858" y="6919684"/>
                  </a:cubicBezTo>
                  <a:cubicBezTo>
                    <a:pt x="1702046" y="6918413"/>
                    <a:pt x="765806" y="6927304"/>
                    <a:pt x="718994" y="6926034"/>
                  </a:cubicBezTo>
                  <a:cubicBezTo>
                    <a:pt x="707291" y="6926034"/>
                    <a:pt x="693247" y="6927304"/>
                    <a:pt x="681544" y="6927304"/>
                  </a:cubicBezTo>
                  <a:cubicBezTo>
                    <a:pt x="653457" y="6927304"/>
                    <a:pt x="627710" y="6928573"/>
                    <a:pt x="599623" y="6928573"/>
                  </a:cubicBezTo>
                  <a:cubicBezTo>
                    <a:pt x="529405" y="6928573"/>
                    <a:pt x="461528" y="6927304"/>
                    <a:pt x="391310" y="6926034"/>
                  </a:cubicBezTo>
                  <a:cubicBezTo>
                    <a:pt x="349179" y="6924763"/>
                    <a:pt x="307048" y="6923494"/>
                    <a:pt x="267258" y="6922223"/>
                  </a:cubicBezTo>
                  <a:cubicBezTo>
                    <a:pt x="192358" y="6920954"/>
                    <a:pt x="117459" y="6919684"/>
                    <a:pt x="44665" y="6919684"/>
                  </a:cubicBezTo>
                  <a:cubicBezTo>
                    <a:pt x="34505" y="6919684"/>
                    <a:pt x="25615" y="6919684"/>
                    <a:pt x="15455" y="6918413"/>
                  </a:cubicBezTo>
                  <a:cubicBezTo>
                    <a:pt x="6565" y="6917144"/>
                    <a:pt x="1485" y="6910794"/>
                    <a:pt x="4025" y="6901904"/>
                  </a:cubicBezTo>
                  <a:cubicBezTo>
                    <a:pt x="12915" y="6869778"/>
                    <a:pt x="9105" y="6733597"/>
                    <a:pt x="7835" y="6591968"/>
                  </a:cubicBezTo>
                  <a:cubicBezTo>
                    <a:pt x="6565" y="6303264"/>
                    <a:pt x="2755" y="6020006"/>
                    <a:pt x="4025" y="5731302"/>
                  </a:cubicBezTo>
                  <a:cubicBezTo>
                    <a:pt x="1485" y="5371783"/>
                    <a:pt x="-3595" y="921376"/>
                    <a:pt x="4025" y="556410"/>
                  </a:cubicBezTo>
                  <a:cubicBezTo>
                    <a:pt x="5295" y="485596"/>
                    <a:pt x="4025" y="409334"/>
                    <a:pt x="5295" y="338520"/>
                  </a:cubicBezTo>
                  <a:cubicBezTo>
                    <a:pt x="6565" y="224128"/>
                    <a:pt x="9105" y="9884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8944" y="30480"/>
                    <a:pt x="96394" y="29210"/>
                  </a:cubicBezTo>
                  <a:cubicBezTo>
                    <a:pt x="159590" y="25400"/>
                    <a:pt x="222786" y="22860"/>
                    <a:pt x="288323" y="20320"/>
                  </a:cubicBezTo>
                  <a:cubicBezTo>
                    <a:pt x="332795" y="17780"/>
                    <a:pt x="377266" y="16510"/>
                    <a:pt x="419397" y="13970"/>
                  </a:cubicBezTo>
                  <a:cubicBezTo>
                    <a:pt x="461528" y="11430"/>
                    <a:pt x="505999" y="8890"/>
                    <a:pt x="548130" y="8890"/>
                  </a:cubicBezTo>
                  <a:cubicBezTo>
                    <a:pt x="594942" y="7620"/>
                    <a:pt x="641754" y="10160"/>
                    <a:pt x="688566" y="8890"/>
                  </a:cubicBezTo>
                  <a:cubicBezTo>
                    <a:pt x="747081" y="8890"/>
                    <a:pt x="1807373" y="6350"/>
                    <a:pt x="1865888" y="5080"/>
                  </a:cubicBezTo>
                  <a:cubicBezTo>
                    <a:pt x="1922063" y="3810"/>
                    <a:pt x="1978237" y="2540"/>
                    <a:pt x="2036752" y="2540"/>
                  </a:cubicBezTo>
                  <a:cubicBezTo>
                    <a:pt x="2132717" y="1270"/>
                    <a:pt x="2226341" y="0"/>
                    <a:pt x="2322306" y="0"/>
                  </a:cubicBezTo>
                  <a:cubicBezTo>
                    <a:pt x="2362096" y="0"/>
                    <a:pt x="2404227" y="2540"/>
                    <a:pt x="2444017" y="2540"/>
                  </a:cubicBezTo>
                  <a:cubicBezTo>
                    <a:pt x="2554025" y="3810"/>
                    <a:pt x="2666374" y="5080"/>
                    <a:pt x="2776382" y="7620"/>
                  </a:cubicBezTo>
                  <a:cubicBezTo>
                    <a:pt x="2834897" y="8890"/>
                    <a:pt x="2893412" y="12700"/>
                    <a:pt x="2951927" y="16510"/>
                  </a:cubicBezTo>
                  <a:cubicBezTo>
                    <a:pt x="2965971" y="16510"/>
                    <a:pt x="2980015" y="16510"/>
                    <a:pt x="2991718" y="16510"/>
                  </a:cubicBezTo>
                  <a:cubicBezTo>
                    <a:pt x="3007526" y="17780"/>
                    <a:pt x="3016416" y="20320"/>
                    <a:pt x="3026576" y="21590"/>
                  </a:cubicBezTo>
                  <a:close/>
                  <a:moveTo>
                    <a:pt x="3036736" y="6914604"/>
                  </a:moveTo>
                  <a:cubicBezTo>
                    <a:pt x="3038006" y="6898094"/>
                    <a:pt x="3039276" y="6885394"/>
                    <a:pt x="3039276" y="6872694"/>
                  </a:cubicBezTo>
                  <a:cubicBezTo>
                    <a:pt x="3038006" y="6570179"/>
                    <a:pt x="3036736" y="6281475"/>
                    <a:pt x="3036736" y="5970981"/>
                  </a:cubicBezTo>
                  <a:cubicBezTo>
                    <a:pt x="3036736" y="5829353"/>
                    <a:pt x="3039276" y="5687724"/>
                    <a:pt x="3038006" y="5546095"/>
                  </a:cubicBezTo>
                  <a:cubicBezTo>
                    <a:pt x="3038006" y="5415361"/>
                    <a:pt x="3036736" y="5279180"/>
                    <a:pt x="3035466" y="5148446"/>
                  </a:cubicBezTo>
                  <a:cubicBezTo>
                    <a:pt x="3030386" y="4946897"/>
                    <a:pt x="3018956" y="774301"/>
                    <a:pt x="3018956" y="572752"/>
                  </a:cubicBezTo>
                  <a:cubicBezTo>
                    <a:pt x="3016416" y="403887"/>
                    <a:pt x="3013876" y="229575"/>
                    <a:pt x="3011336" y="63500"/>
                  </a:cubicBezTo>
                  <a:cubicBezTo>
                    <a:pt x="3010066" y="44450"/>
                    <a:pt x="3008796" y="43180"/>
                    <a:pt x="2984696" y="41910"/>
                  </a:cubicBezTo>
                  <a:cubicBezTo>
                    <a:pt x="2977674" y="41910"/>
                    <a:pt x="2972993" y="41910"/>
                    <a:pt x="2965971" y="40640"/>
                  </a:cubicBezTo>
                  <a:cubicBezTo>
                    <a:pt x="2907456" y="36830"/>
                    <a:pt x="2846600" y="31750"/>
                    <a:pt x="2788085" y="30480"/>
                  </a:cubicBezTo>
                  <a:cubicBezTo>
                    <a:pt x="2645309" y="26670"/>
                    <a:pt x="2500191" y="25400"/>
                    <a:pt x="2357415" y="22860"/>
                  </a:cubicBezTo>
                  <a:cubicBezTo>
                    <a:pt x="2336349" y="22860"/>
                    <a:pt x="2312943" y="22860"/>
                    <a:pt x="2291878" y="22860"/>
                  </a:cubicBezTo>
                  <a:cubicBezTo>
                    <a:pt x="2256769" y="22860"/>
                    <a:pt x="2221660" y="22860"/>
                    <a:pt x="2188891" y="22860"/>
                  </a:cubicBezTo>
                  <a:cubicBezTo>
                    <a:pt x="2113992" y="22860"/>
                    <a:pt x="2039093" y="22860"/>
                    <a:pt x="1966534" y="24130"/>
                  </a:cubicBezTo>
                  <a:cubicBezTo>
                    <a:pt x="1903338" y="25400"/>
                    <a:pt x="838364" y="29210"/>
                    <a:pt x="775168" y="29210"/>
                  </a:cubicBezTo>
                  <a:cubicBezTo>
                    <a:pt x="672182" y="29210"/>
                    <a:pt x="569195" y="26670"/>
                    <a:pt x="466209" y="33020"/>
                  </a:cubicBezTo>
                  <a:cubicBezTo>
                    <a:pt x="412375" y="36830"/>
                    <a:pt x="360882" y="36830"/>
                    <a:pt x="309389" y="38100"/>
                  </a:cubicBezTo>
                  <a:cubicBezTo>
                    <a:pt x="220446" y="41910"/>
                    <a:pt x="131503" y="45720"/>
                    <a:pt x="45935" y="50800"/>
                  </a:cubicBezTo>
                  <a:cubicBezTo>
                    <a:pt x="33235" y="50800"/>
                    <a:pt x="30695" y="53340"/>
                    <a:pt x="29425" y="82499"/>
                  </a:cubicBezTo>
                  <a:cubicBezTo>
                    <a:pt x="28155" y="180550"/>
                    <a:pt x="28155" y="278601"/>
                    <a:pt x="26885" y="376651"/>
                  </a:cubicBezTo>
                  <a:cubicBezTo>
                    <a:pt x="25615" y="540069"/>
                    <a:pt x="23075" y="698039"/>
                    <a:pt x="21805" y="861457"/>
                  </a:cubicBezTo>
                  <a:cubicBezTo>
                    <a:pt x="16725" y="1035769"/>
                    <a:pt x="23075" y="5295522"/>
                    <a:pt x="25615" y="5469834"/>
                  </a:cubicBezTo>
                  <a:cubicBezTo>
                    <a:pt x="25615" y="5655040"/>
                    <a:pt x="25615" y="5845694"/>
                    <a:pt x="26885" y="6030901"/>
                  </a:cubicBezTo>
                  <a:cubicBezTo>
                    <a:pt x="26885" y="6167082"/>
                    <a:pt x="29425" y="6303264"/>
                    <a:pt x="29425" y="6439445"/>
                  </a:cubicBezTo>
                  <a:cubicBezTo>
                    <a:pt x="29425" y="6586520"/>
                    <a:pt x="29425" y="6733597"/>
                    <a:pt x="28155" y="6872694"/>
                  </a:cubicBezTo>
                  <a:cubicBezTo>
                    <a:pt x="28155" y="6876504"/>
                    <a:pt x="28155" y="6879044"/>
                    <a:pt x="28155" y="6882854"/>
                  </a:cubicBezTo>
                  <a:cubicBezTo>
                    <a:pt x="28155" y="6893013"/>
                    <a:pt x="31965" y="6896824"/>
                    <a:pt x="40855" y="6896824"/>
                  </a:cubicBezTo>
                  <a:cubicBezTo>
                    <a:pt x="63625" y="6896824"/>
                    <a:pt x="96394" y="6898094"/>
                    <a:pt x="126822" y="6898094"/>
                  </a:cubicBezTo>
                  <a:cubicBezTo>
                    <a:pt x="171293" y="6898094"/>
                    <a:pt x="218105" y="6895554"/>
                    <a:pt x="262577" y="6898094"/>
                  </a:cubicBezTo>
                  <a:cubicBezTo>
                    <a:pt x="335135" y="6901904"/>
                    <a:pt x="407694" y="6904444"/>
                    <a:pt x="480252" y="6903174"/>
                  </a:cubicBezTo>
                  <a:cubicBezTo>
                    <a:pt x="527065" y="6901904"/>
                    <a:pt x="571536" y="6904444"/>
                    <a:pt x="618348" y="6904444"/>
                  </a:cubicBezTo>
                  <a:cubicBezTo>
                    <a:pt x="686225" y="6904444"/>
                    <a:pt x="754103" y="6903174"/>
                    <a:pt x="821980" y="6904444"/>
                  </a:cubicBezTo>
                  <a:cubicBezTo>
                    <a:pt x="922626" y="6905713"/>
                    <a:pt x="2027390" y="6895554"/>
                    <a:pt x="2130376" y="6898094"/>
                  </a:cubicBezTo>
                  <a:cubicBezTo>
                    <a:pt x="2174848" y="6899363"/>
                    <a:pt x="2219319" y="6900634"/>
                    <a:pt x="2261450" y="6900634"/>
                  </a:cubicBezTo>
                  <a:cubicBezTo>
                    <a:pt x="2338690" y="6903174"/>
                    <a:pt x="2413589" y="6899363"/>
                    <a:pt x="2490829" y="6903174"/>
                  </a:cubicBezTo>
                  <a:cubicBezTo>
                    <a:pt x="2554025" y="6905713"/>
                    <a:pt x="2617221" y="6905713"/>
                    <a:pt x="2680418" y="6908254"/>
                  </a:cubicBezTo>
                  <a:cubicBezTo>
                    <a:pt x="2774042" y="6912063"/>
                    <a:pt x="2867666" y="6914604"/>
                    <a:pt x="2961290" y="6915874"/>
                  </a:cubicBezTo>
                  <a:cubicBezTo>
                    <a:pt x="2996399" y="6915874"/>
                    <a:pt x="3016416" y="6914604"/>
                    <a:pt x="3036736" y="6914604"/>
                  </a:cubicBezTo>
                  <a:close/>
                </a:path>
              </a:pathLst>
            </a:custGeom>
            <a:solidFill>
              <a:srgbClr val="3E3B39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103808" y="3583520"/>
            <a:ext cx="8080384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55"/>
              </a:lnSpc>
            </a:pPr>
            <a:r>
              <a:rPr lang="en-US" sz="13712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報告結束</a:t>
            </a:r>
          </a:p>
          <a:p>
            <a:pPr algn="ctr">
              <a:lnSpc>
                <a:spcPts val="16455"/>
              </a:lnSpc>
            </a:pPr>
            <a:r>
              <a:rPr lang="en-US" sz="13712">
                <a:solidFill>
                  <a:srgbClr val="3E3B39"/>
                </a:solidFill>
                <a:latin typeface="芫荽"/>
                <a:ea typeface="芫荽"/>
                <a:cs typeface="芫荽"/>
                <a:sym typeface="芫荽"/>
              </a:rPr>
              <a:t>謝謝大家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DAG9L2bonJM</dc:identifier>
  <dcterms:modified xsi:type="dcterms:W3CDTF">2011-08-01T06:04:30Z</dcterms:modified>
  <cp:revision>1</cp:revision>
  <dc:title>活動報名系統</dc:title>
</cp:coreProperties>
</file>